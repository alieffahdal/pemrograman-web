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11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Grafis HTML5 Canvas dan Pengenalan Framework React JS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11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integrasi seluruh pengetahuan sisi klien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2D API, animasi, Virtual DOM, JSX, props, dan state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penggunaan Hooks dan optimasi rendering Canvas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kalkulator nilai dan IPK mahasiswa berbasis React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kinerja Virtual DOM dan tugas pencatat transaksi keuangan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mengantar mahasiswa dari manipulasi DOM manual menuju arsitektur pengembangan skala industri.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11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pengembangan web skala industri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HTML5 Canvas API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Menggambar dan memanipulasi grafis dua dimensi secara dinamis melalui skrip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siklus animasi berkinerja tinggi memanfaatkan requestAnimationFrame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Virtual DOM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cara kerja mesin rekonsiliasi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Menelusuri algoritma pembandingan pada React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komponen modular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antarmuka berformat JSX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prinsip Component-Driven Development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aliran data komponen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props sebagai parameter eksternal yang tidak dapat diubah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state melalui hook useState sebagai keadaan internal dinamis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Penutup Rangkaian Sisi Klien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mengintegrasikan seluruh pengetahuan HTML, CSS, dan JavaScript yang telah dipelajari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pertama memperkenalkan manipulasi grafis tingkat lanjut di dalam peramban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kedua memperkenalkan lompatan menuju arsitektur pengembangan web skala industri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12: framework front-end modern berbasis React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13 dan 14: konsumsi data dari layanan API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2D API dan animasi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beralih ke React JS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dan proses rekonsiliasi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JSX, komponen modular, props, dan state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CANVAS 2D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Menggambar Berbasis Jalur Pena Virtual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652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Canvas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3652114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canvas adalah kontainer grafis kosong yang digambar secara dinamis melalui skrip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dengan gambar biasa, Canvas memanipulasi piksel secara langsung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mulai menggambar, ambil objek konteks rendering dua dimensi dari elemen canvas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37914" y="1207008"/>
            <a:ext cx="43031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jalur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914" y="1499616"/>
            <a:ext cx="1807330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2778" y="1499616"/>
            <a:ext cx="169760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beginPath()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73259" y="1499616"/>
            <a:ext cx="236782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Memulai jalur baru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37914" y="2123237"/>
            <a:ext cx="1807330" cy="532181"/>
          </a:xfrm>
          <a:prstGeom prst="roundRect">
            <a:avLst>
              <a:gd name="adj" fmla="val 85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2778" y="2123237"/>
            <a:ext cx="169760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moveTo(x, 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73259" y="2123237"/>
            <a:ext cx="236782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Menggeser pena tanpa menggambar garis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37914" y="2746858"/>
            <a:ext cx="1807330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2778" y="2746858"/>
            <a:ext cx="169760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lineTo(x, y)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73259" y="2746858"/>
            <a:ext cx="236782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jalur garis lurus ke koordinat baru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337914" y="3370478"/>
            <a:ext cx="1807330" cy="532181"/>
          </a:xfrm>
          <a:prstGeom prst="roundRect">
            <a:avLst>
              <a:gd name="adj" fmla="val 85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2778" y="3370478"/>
            <a:ext cx="169760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arc(...)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73259" y="3370478"/>
            <a:ext cx="236782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jalur lingkaran atau busur derajat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337914" y="3994099"/>
            <a:ext cx="1807330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2778" y="3994099"/>
            <a:ext cx="1697602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stroke() / fill()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73259" y="3994099"/>
            <a:ext cx="236782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Menggambar garis mengikuti jalur atau mengisi area tertutup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ANIMATION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requestAnimationFrame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animasi Canvas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Kanvas dihapus dengan clearRect pada setiap frame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 objek diperbarui, lalu objek digambar kembali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 disinkronkan otomatis dengan laju penyegaran monitor perangkat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 animasi sangat halus dan hemat daya baterai saat tab peramban tidak aktif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0348" y="1207008"/>
            <a:ext cx="3570732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6652" y="1307592"/>
            <a:ext cx="3278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diperhatikan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6652" y="1627632"/>
            <a:ext cx="32781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bersihkan kanvas sebelum menggambar objek pada frame berikutnya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pembersihan akan terjadi kebocoran piksel dan tumpang tindih visual antar frame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MENGAPA REACT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Manipulasi Manual dan Pendekatan Deklaratif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Manipulasi DOM manual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aktif dimanipulasi secara manual setiap kali data berubah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aplikasi besar dengan ribuan interaksi, metode ini rawan memicu bug sinkronisasi antara status data dan tampilan visual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efisien karena operasi penulisan DOM aktif sangat lambat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deklaratif React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 cukup mendefinisikan bagaimana tampilan seharusnya terlihat untuk suatu status data tertentu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yang menangani proses pembaruan DOM secara otomatis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data dan tampilan tidak lagi menjadi tanggung jawab manual pengembang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VIRTUAL DOM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Proses Rekonsiliasi di Balik Layar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memelihara salinan representasi DOM Tree di dalam memori. Ketika state berubah, tiga tahap berikut berjalan.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8138160" cy="893064"/>
          </a:xfrm>
          <a:prstGeom prst="roundRect">
            <a:avLst>
              <a:gd name="adj" fmla="val 6143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202844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20284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4984" y="1719072"/>
            <a:ext cx="219456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Generation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1719072"/>
            <a:ext cx="521208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membangun pohon Virtual DOM baru yang mewakili tampilan antarmuka yang telah diperbarui.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21864"/>
            <a:ext cx="8138160" cy="893064"/>
          </a:xfrm>
          <a:prstGeom prst="roundRect">
            <a:avLst>
              <a:gd name="adj" fmla="val 6143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3031236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0312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4984" y="2721864"/>
            <a:ext cx="219456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Diffing Algorithm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2721864"/>
            <a:ext cx="521208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Pohon baru dibandingkan dengan pohon lama yang dirender sebelumnya. Pembandingan berjalan sangat cepat karena menerapkan asumsi heuristik industri.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724656"/>
            <a:ext cx="8138160" cy="893064"/>
          </a:xfrm>
          <a:prstGeom prst="roundRect">
            <a:avLst>
              <a:gd name="adj" fmla="val 6143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4034028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40340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" y="3724656"/>
            <a:ext cx="219456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4408" y="3724656"/>
            <a:ext cx="521208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menghitung jumlah perubahan minimal yang diperlukan lalu menerapkannya secara massal ke DOM nyata, sehingga reflow dan repaint diminimalisir.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SINTAKSIS JSX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 di Dalam Berkas JavaScript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DAN SESUDAH KOMPILASI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4384548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416509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JSX Code: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element =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 className="title"&gt;Halo Informatika&lt;/h1&gt;;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Hasil kompilasi Babel: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element = React.createElement(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'h1',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className: 'title' },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'Halo Informatika'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0348" y="1207008"/>
            <a:ext cx="3570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JSX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70348" y="1499616"/>
            <a:ext cx="357073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Ekstensi sintaksis yang memungkinkan penulisan markup mirip HTML langsung di dalam berkas JavaScript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Mempermudah visualisasi struktur komponen antarmuka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belakang layar, Babel mengompilasinya menjadi pemanggilan fungsi JavaScript standar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PROPS DAN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Sumber Data pada Komponen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menganut Component-Driven Development, di mana antarmuka dipecah menjadi komponen kecil yang modular dan dapat digunakan kembali.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parameter yang dikirimkan komponen induk ke komponen anak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read-only dan tidak dapat diubah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anak dilarang keras memodifikasi props yang diterimanya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internal yang dimiliki dan dikelola secara mandiri oleh suatu komponen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dinamis dan dapat diubah melalui fungsi pembaru status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state otomatis memicu komponen beserta anak-anaknya untuk dirender ulang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React modern dideklarasikan menggunakan hook useState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penggunaan Hooks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rendering Canvas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RULES OF HOOKS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Aturan yang Tidak Boleh Dilanggar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Panggil hanya di tingkat teratas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pernah memanggil Hooks di dalam perulangan, kondisi, atau fungsi bersarang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ini menjamin Hooks selalu dipanggil dalam urutan yang sama pada setiap render komponen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Panggil hanya dari fungsi React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hanya boleh dipanggil dari komponen fungsi React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dari Hooks kustom yang Anda tulis sendiri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Kalkulator nilai dan IPK berbasis React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Pemuatan Pustaka dan Titik Pasang Aplikasi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dan Babel dimuat melalui CDN agar kode dapat dijalankan langsung tanpa instalasi Node.js yang kompleks.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REACT-LAB.HTML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src="https://unpkg.com/react@18/umd/react.development.js" crossorigin&gt;&lt;/script&gt;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src="https://unpkg.com/react-dom@18/umd/react-dom.development.js" crossorigin&gt;&lt;/script&gt;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src="https://unpkg.com/@babel/standalone/babel.min.js"&gt;&lt;/script&gt;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id="root"&gt;&lt;/div&gt;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Skrip utama diparsing oleh Babel Standalone --&gt;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type="text/babel"&gt;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 strict";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useState } = React;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definisi komponen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root = ReactDOM.createRoot(document.getElementById("root"));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root.render(&lt;App /&gt;);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Komponen Form dengan Controlled Input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COURSEFORM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CourseForm({ onAddCourse }) {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[name, setName]   = useState("");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[grade, setGrade] = useState("A");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[sks, setSks]     = useState(3);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handleSubmit = (e) =&gt; {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e.preventDefault();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(!name.trim()) return;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kirim data ke induk melalui callback prop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onAddCourse({ name, grade, sks: parseInt(sks, 10) });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setName("");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&lt;form onSubmit={handleSubmit}&gt;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&lt;input type="text" value={name}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onChange={(e) =&gt; setName(e.target.value)} required /&gt;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&lt;select value={grade}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onChange={(e) =&gt; setGrade(e.target.value)}&gt;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&lt;option value="A"&gt;Nilai A (4.0)&lt;/option&gt;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&lt;/select&gt;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&lt;/form&gt;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733" dirty="0"/>
          </a:p>
          <a:p>
            <a:pPr indent="0" marL="0">
              <a:lnSpc>
                <a:spcPts val="953"/>
              </a:lnSpc>
              <a:buNone/>
            </a:pPr>
            <a:r>
              <a:rPr lang="en-US" sz="73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3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Komponen Akar dan Pembaruan State Immutable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[courses, setCourses] = useState([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name: "Pemrograman Web", grade: "A", sks: 3 },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name: "Struktur Data &amp; Algoritma", grade: "B", sks: 4 }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handleAddCourse = (newCourse) =&gt; {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spread operator menjaga pembaruan tetap immutable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setCourses([...courses, newCourse]);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handleDeleteCourse = (indexToDelete) =&gt; {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setCourses(courses.filter((_, i) =&gt; i !== indexToDelete));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&lt;CourseForm onAddCourse={handleAddCourse} /&gt;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&lt;CourseList courses={courses}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onDeleteCourse={handleDeleteCourse} /&gt;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&lt;GPAStatistics courses={courses} /&gt;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&lt;/div&gt;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0352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setCourses([...courses, newCourse])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tidak boleh dimanipulasi langsung karena React tidak mendeteksi perubahan referensi memori objek sehingga gagal memicu render ulang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onAddCourse={handleAddCourse}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 handler induk dikirim ke komponen anak sebagai callback prop, memungkinkan anak mengirim data kembali ke state pusat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courses.map((course, index) =&gt; ...)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Mentransformasi daftar data menjadi elemen JSX secara deklaratif. Atribut key wajib dipasang agar Virtual DOM dapat melacak simpul secara efisien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onChange={(e) =&gt; setName(...)}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 controlled component: nilai input diikat penuh ke state lokal sehingga state React menjadi satu-satunya sumber kebenaran data formulir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Kinerja Virtual DOM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mendasar antara manipulasi DOM manual dan pembaruan otomatis melalui Virtual DOM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pembandingan di memori dinilai lebih cepat daripada memanipulasi elemen DOM fisik secara langsung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React Key Prop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React mewajibkan properti key unik pada elemen yang dirender dalam perulangan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konsekuensi kinerja dan potensi bug antarmuka bila indeks array dipakai sebagai key pada daftar yang dapat diurutkan ulang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requestAnimationFrame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loop animasi Canvas disarankan memakai requestAnimationFrame dibanding interval waktu tradisional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Hubungkan dengan efisiensi daya komputasi dan sinkronisasi penyegaran layar monitor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Pencatat Transaksi Keuangan Mahasiswa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prototipe modul pencatat pengeluaran uang saku bulanan mahasiswa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terbagi menjadi form input transaksi, daftar riwayat transaksi, dan widget rangkuman sisa uang saku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 pustaka React dan Babel melalui CDN, simpan sebagai 11-tugas-react.html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struktur data transaksi sebagai state utama pada komponen akar dengan atribut id, deskripsi, jenis, dan nominal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antarmuka menjadi minimal tiga sub-komponen: form input, tabel riwayat berikut tombol hapus, dan rangkuman statistik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saldo sisa menggunakan metode reduce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aliran data satu arah dengan mengirim state dan fungsi aksi dari induk ke anak melalui props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seluruh pembaruan state bertipe array dilakukan secara immutable menggunakan spread atau filter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11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Grafis dua dimensi digambar berbasis jalur pena virtual pada konteks rendering yang diambil dari elemen canvas.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Animasi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 menyinkronkan siklus gambar dengan laju penyegaran monitor sehingga halus dan hemat daya.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Diffing dan rekonsiliasi menghitung perubahan minimal lalu menerapkannya secara massal ke DOM nyata.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React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mengalirkan data dari induk ke anak secara immutable, sedangkan state menyimpan keadaan internal yang dinamis.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Framework Front-End Modern dengan Next.js.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11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2026-08-18T06:06:08Z</dcterms:created>
  <dcterms:modified xsi:type="dcterms:W3CDTF">2026-08-18T06:06:08Z</dcterms:modified>
</cp:coreProperties>
</file>