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2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Kode dan Pengorganisasian Konten Web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kaitannya dengan fondasi semantik Modul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W3C, perilaku block dan inline, serta pengorganisasian konten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W3C dan prinsip penulisan markup yang bersih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kurikulum dan silabus dengan tabel kompleks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konseptual dan tugas daftar publikasi dosen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menjamin kualitas penataan data di dalam dokumen sebelum manipulasi tampilan grafis dengan CSS.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2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CSS dan 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standardisasi penulisan kode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spesifikasi W3C dalam penulisan HTML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kode yang bersih, valid, dan mudah dipelihara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perilaku render elemen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karakteristik block-level dan inline-level elements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Memprediksi alur pemformatan elemen pada peramban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Mengorganisasikan konten kompleks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tabel terstruktur dan daftar bertingkat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figure, figcaption, dan referensi karakter khusus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skema penautan halaman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penggunaan tautan relatif dan absolut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struktur direktori berkas secara presisi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 Markup sebelum Manipulasi Visual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memberi makna semantis, modul ini memberi kerapian sintaksis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harus tertata rapi sebelum diberi manipulasi tampilan grafis dengan CSS pada Modul 3 dan 4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keterbacaan dan kebersihan markup juga menentukan kelancaran manipulasi DOM dengan JavaScript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dan 4: penargetan selektor CSS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dan 10: pemilihan elemen saat manipulasi DOM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11: pemetaan struktur markup menjadi komponen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penulisan W3C dan kualitas markup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versus inline-level elements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Pengorganisasian konten tingkat lanjut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 dan jalur direktori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KUALITAS MARKUP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Quirks Mode dan Standards Mode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dokumen web dinilai dari kepatuhannya terhadap standardisasi penulisan HTML yang ditetapkan W3C.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Quirks Mode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Diaktifkan ketika kode ditulis tidak sesuai standar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mengabaikan standar web modern demi mendukung halaman lama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Berakibat pada ketidakkonsistenan tampilan visual dan kinerja aplikasi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Diaktifkan oleh deklarasi doctype dan markup yang valid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menginterpretasikan markup dengan aturan penafsiran modern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hasil render yang konsisten antar peramban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FORMATTING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Block-Level dan Inline-Level Elements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Elements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memulai baris baru dan mengambil lebar penuh elemen induknya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Diperbolehkan membungkus elemen blok lain maupun elemen inline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div, p, h1 sampai h6, ul, ol, li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pula header, main, section, article, aside, dan footer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Inline-Level Elements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memulai baris baru, hanya mengambil lebar sesuai ukuran kontennya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Mengalir berdampingan secara horizontal di dalam baris teks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umum tidak boleh membungkus elemen block-level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span, a, strong, em, img, code, small, kbd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CHARACTER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Entitas Karakter Khusus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 entitas selalu dimulai dengan tanda ampersand dan diakhiri titik koma agar parser tidak salah menafsirkannya sebagai tag.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480560"/>
              </a:tblGrid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&amp;lt;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than, pembuka tag pada sintaksis 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than, penutup tag pada sintaksis 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&amp;amp;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Ampersand, penanda awal setiap entitas karakter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&amp;quot;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quotation mark, pembungkus nilai atribut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01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&amp;copy;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 symbol, umum digunakan pada bagian footer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entitas karakter, teks yang memuat tanda kurung siku akan ditafsirkan peramban sebagai tag kode.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TABEL KOMPLEKS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Pengelompokan Baris dan Atribut Semantis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dalam HTML modern ditujukan murni untuk menyajikan data tabular, bukan untuk membuat tata letak halaman.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pengelompokan baris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thead membawa baris header berisi judul kolom melalui elemen th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tbody membawa isi baris data utama melalui elemen td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tfoot membawa baris rangkuman atau total di bagian bawah tabel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54296" y="152704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276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pendukung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94767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menggabungkan sel secara horizontal, rowspan secara vertikal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pada elemen th menyatakan apakah sel tajuk mengontrol kolom di bawahnya atau baris di sampingnya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scope sangat penting bagi perangkat screen reader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Pengelompokan baris juga membantu peramban merender bagian kepala dan kaki tabel secara statis saat tubuh tabel digulir.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MEDIA BERTAKAR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figure dan figcaption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kedua elemen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figure membungkus konten mandiri seperti ilustrasi, diagram, foto, kode pemrograman, atau tabel yang dirujuk dari teks utama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figcaption diletakkan di dalam figure untuk memberikan keterangan tertulis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 tersebut berasosiasi langsung secara semantis dengan objek yang dibungkus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PENGGUNAAN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src="../unhas_logo.png"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alt="Logo resmi Universitas Hasanuddin."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width="150"&gt;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&lt;figcaption&gt;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Gambar 2.4: Logo Universitas Hasanuddin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sebagai representasi jaminan kurikulum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standar nasional.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&lt;/figcaption&gt;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&lt;/figure&gt;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HYPERLINKS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Jalur Absolut dan Jalur Relatif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antar dokumen dikontrol oleh elemen jangkar dengan atribut href. Jalur relatif sangat penting untuk portabilitas kode.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55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Bentuk penulisan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 dan penggunaan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5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https://www.w3.org/standards/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URL, menunjuk alamat lengkap beserta protokolnya untuk domain eksternal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./nama-file.html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Merujuk berkas yang berada di direktori yang sama dengan dokumen saat 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5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Naik satu tingkat menuju direktori induk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/aset/gambar.png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miring di awal merujuk ke direktori akar proyek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menggunakan W3C Markup Validator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penulisan markup yang bersih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VALIDASI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Kesalahan Fatal yang Terdeteksi Validator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umum validator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140403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yang tidak ditutup atau penutupan tag yang tumpang tindih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 atribut id pada halaman yang sama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yang tidak valid atau usang menurut spesifikasi HTML5, seperti border dan align pada elemen tabel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6203" y="1207008"/>
            <a:ext cx="38148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PENYARANGAN YANG SALAH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26203" y="1426464"/>
            <a:ext cx="3814877" cy="2798064"/>
          </a:xfrm>
          <a:prstGeom prst="roundRect">
            <a:avLst>
              <a:gd name="adj" fmla="val 196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5931" y="1499616"/>
            <a:ext cx="359542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SALAH: penutupan tumpang tindih --&gt;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&lt;strong&gt;&lt;em&gt;teks&lt;/strong&gt;&lt;/em&gt;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BENAR: yang dibuka terakhir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ditutup lebih dahulu --&gt;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&lt;strong&gt;&lt;em&gt;teks&lt;/em&gt;&lt;/strong&gt;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resmi W3C menganalisis dokumen terhadap standar sintaksis Document Type Definition.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CLEAN MARKUP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Prinsip Penulisan Bersih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097280"/>
          </a:xfrm>
          <a:prstGeom prst="roundRect">
            <a:avLst>
              <a:gd name="adj" fmla="val 50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 tag dan atribut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huruf kecil untuk nama tag dan atribut demi konsistensi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097280"/>
          </a:xfrm>
          <a:prstGeom prst="roundRect">
            <a:avLst>
              <a:gd name="adj" fmla="val 50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nilai atribut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nilai atribut menggunakan tanda kutip ganda secara konsisten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986784" cy="1097280"/>
          </a:xfrm>
          <a:prstGeom prst="roundRect">
            <a:avLst>
              <a:gd name="adj" fmla="val 50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5694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Penyarangan elemen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2889504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yang dibuka terakhir harus ditutup lebih dahulu sebelum menutup elemen di luarnya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468880"/>
            <a:ext cx="3986784" cy="1097280"/>
          </a:xfrm>
          <a:prstGeom prst="roundRect">
            <a:avLst>
              <a:gd name="adj" fmla="val 50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56946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kode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889504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tag komentar untuk menjelaskan struktur tanpa merusak parsing visual halaman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kurikulum dan silabus Jurusan Informatika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Bertingkat Struktur Kurikulum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kurikulum.html, lalu susun pembagian materi ajar menggunakan gabungan ordered list dan unordered list.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KURIKULUM.HTML — NESTED LIST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&lt;strong&gt;Sisi Klien (Front-End)&lt;/strong&gt;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1: Fondasi Arsitektur Web &amp;amp; HTML5 Semantik&lt;/li&gt;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2: Standardisasi Kode &amp;amp; Pengorganisasian Konten&lt;/li&gt;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3: Rekayasa Media Digital &amp;amp; Dasar CSS&lt;/li&gt;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4: Tata Letak Grid, Flexbox, &amp;amp; Bootstrap&lt;/li&gt;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&lt;strong&gt;Sisi Server (Back-End)&lt;/strong&gt;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5: Pemrograman PHP Modern&lt;/li&gt;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6: Pemodelan Basis Data Relasional&lt;/li&gt;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&lt;li&gt;Modul 7: Manipulasi SQL &amp;amp; phpMyAdmin&lt;/li&gt;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802" dirty="0"/>
          </a:p>
          <a:p>
            <a:pPr indent="0" marL="0">
              <a:lnSpc>
                <a:spcPts val="1042"/>
              </a:lnSpc>
              <a:buNone/>
            </a:pPr>
            <a:r>
              <a:rPr lang="en-US" sz="80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80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Kompleks dengan Penggabungan Sel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KURIKULUM.HTML — TABEL DISTRIBUSI SKS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&lt;caption&gt;Tabel Distribusi SKS Semester Ganjil&lt;/caption&gt;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 rowspan="2"&gt;Kode MK&lt;/th&gt;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 rowspan="2"&gt;Nama Mata Kuliah&lt;/th&gt;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 colspan="3"&gt;Beban SKS&lt;/th&gt;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 rowspan="2"&gt;Prasyarat&lt;/th&gt;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scope="col"&gt;Teori&lt;/th&gt;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scope="col"&gt;Praktikum&lt;/th&gt;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scope="col"&gt;Total&lt;/th&gt;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&lt;td&gt;INF302&lt;/td&gt;&lt;td&gt;Pemrograman Web&lt;/td&gt;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&lt;td&gt;2&lt;/td&gt;&lt;td&gt;1&lt;/td&gt;&lt;td&gt;3&lt;/td&gt;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&lt;td&gt;Struktur Data &amp;amp; Algoritma&lt;/td&gt;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&lt;tfoot&gt;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 colspan="6"&gt;Sumber: Kurikulum Universitas &amp;copy; 2026&lt;/td&gt;&lt;/tr&gt;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&lt;/tfoot&gt;</a:t>
            </a:r>
            <a:endParaRPr lang="en-US" sz="705" dirty="0"/>
          </a:p>
          <a:p>
            <a:pPr indent="0" marL="0">
              <a:lnSpc>
                <a:spcPts val="917"/>
              </a:lnSpc>
              <a:buNone/>
            </a:pPr>
            <a:r>
              <a:rPr lang="en-US" sz="7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70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 kode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dokumen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rowspan="2" dan colspan="3"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 judul Kode MK digabung dua baris vertikal agar setara tinggi sel beban SKS, sementara tiga kolom digabung untuk membawahi sub-kolom Teori, Praktikum, dan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scope="col"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Mengaitkan kolom secara relasional dengan judul kolomnya, standar wajib aksesibilitas agar screen reader melafalkan struktur tabel dengan benar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&amp;amp; dan &amp;copy;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Ditulis sebagai entitas karakter agar tidak dibaca sebagai tag dan dipastikan dirender dengan benar tanpa kegagalan encoding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../folder/berkas.html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Tautan relatif yang naik satu tingkat keluar dari folder saat ini, masuk ke folder lain, lalu mengarah ke berkas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Block dan Inline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secara struktural bila elemen paragraf dimasukkan ke dalam elemen jangkar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spesifikasi W3C melarang keras praktik tersebut sebelum era HTML5, dan bagaimana regulasi terbarunya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Aksesibilitas Tabel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screen reader menafsirkan tabel tanpa thead, tbody, dan atribut scope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data numerik kompleks yang dibuat dari elemen div generik dinilai tidak ramah aksesibilitas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Jalur Relatif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berada di /root/proyek/modul/index.html dan memuat img dengan src ../../aset/gambar.png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lokasi fisik berkas gambar tersebut dan gambarkan pohon direktori proyeknya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Daftar Publikasi Penelitian Dosen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diminta merancang halaman web yang menampilkan daftar publikasi ilmiah para dosen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memuat data publikasi dalam tabel terstruktur, logo instansi, dan deskripsi bidang keahlian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12387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12387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struktur dokumen HTML5 standar yang valid menurut W3C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tabel publikasi kompleks yang menerapkan colspan dan rowspan, lengkap dengan thead, tbody, tfoot, dan atribut scope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deskripsi bidang keahlian menggunakan ordered list di tingkat utama dan unordered list di tingkat dalam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figure dan figcaption untuk menyertakan diagram alur metodologi riset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deskripsi riset yang memuat minimal tiga entitas karakter khusus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pekerjaan dengan nama 02-tugas-standardisasi-konten.html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W3C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yang valid menjaga peramban tetap berada dalam standards mode sehingga render konsisten.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 Inline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alur elemen menentukan apakah konten memulai baris baru atau mengalir dalam satu baris.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Konten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semantis, daftar bertingkat, figure, dan entitas karakter menata data secara ketat.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Penautan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absolut menuju domain eksternal, jalur relatif menjaga portabilitas kode antar direktori.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Rekayasa Media Digital dan Dasar CSS.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2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2026-08-18T05:52:12Z</dcterms:created>
  <dcterms:modified xsi:type="dcterms:W3CDTF">2026-08-18T05:52:12Z</dcterms:modified>
</cp:coreProperties>
</file>