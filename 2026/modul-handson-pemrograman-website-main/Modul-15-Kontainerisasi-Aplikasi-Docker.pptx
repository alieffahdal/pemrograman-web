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15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Kontainerisasi Aplikasi Web dengan Docker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masalah inkonsistensi lingkungan produksi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Kontainer versus mesin virtual, komponen Docker, dan multi-stage builds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pengabaian dan penghindaran hak akses root di kontainer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kontainer aplikasi fullstack beserta basis datanya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caching layer dan tugas orkestrasi API dengan MySQL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Kontainerisasi menjadi fondasi wajib sebelum melakukan deployment akhir dan konfigurasi reverse proxy.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15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deployment produksi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perbedaan virtualisasi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karakteristik dan efisiensi sumber daya kontainerisasi dengan virtualisasi tradisional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peran hypervisor dan container engine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berkas Dockerfile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teknik pembuatan multi-tahap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Meminimalkan ukuran citra produksi untuk aplikasi front-end maupun back-end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 proses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berkas pengabaian secara tepat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kebocoran modul lokal ke dalam kontainer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orkestrasi multi-kontainer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kontainer front-end, back-end, dan basis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persistensi data melalui volume serta komunikasi melalui jaringan internal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Menyelesaikan Masalah Inkonsistensi Lingkungan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aplikasi front-end dan back-end selesai dibangun, pengembang menghadapi masalah inkonsistensi lingkungan saat aplikasi dipindahkan ke server produksi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diperkenalkan sebagai alat kontainerisasi standar industri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beserta seluruh ketergantungan sistem operasinya dibungkus ke dalam satu unit kontainer homogen yang portabel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16: deployment akhir dan konfigurasi reverse proxy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17: integrasi berkelanjutan pada repositori bersama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Kontainer dibandingkan mesin virtual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utama Docker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multi-stage builds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VIRTUALISASI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 dan Docker Container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era kontainerisasi, penyediaan server dilakukan menggunakan mesin virtual yang dikelola oleh hypervisor.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mesin memuat sistem operasi tamu lengkap beserta kernelnya sendiri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Memakan memori hingga hitungan gigabyte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boot berjalan lambat dalam hitungan menit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terpotong karena instruksi harus diterjemahkan melalui lapisan hypervisor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langsung di atas kernel sistem operasi induk secara berbagi pakai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proses memanfaatkan namespaces untuk proses dan jaringan, serta cgroups untuk pembatasan sumber daya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ringan dalam hitungan megabyte dengan waktu boot instan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mendekati kecepatan native mesin induk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KOMPONEN DOCKER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Bagian-Bagian Ekosistem Docker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669280"/>
              </a:tblGrid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Alat baris perintah tempat pengguna mengetikkan instruksi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Daemon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Layanan latar belakang yang mendengarkan permintaan API dan mengelola seluruh objek Docker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 statis bersifat baca saja yang berisi cetakan sistem operasi, pustaka, dan kode aplikasi siap dijalankan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Instansiasi aktif dari sebuah citra yang berjalan sebagai proses terisolasi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15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Registry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Gudang penyimpanan citra Docker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MULTI-STAGE BUILDS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Menekan Ukuran Citra Produksi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satu tahap membawa seluruh kode sumber mentah dan pustaka pengembangan ke dalam citra akhir, menghasilkan ukuran yang sangat besar.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Builder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citra Node lengkap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Menginstal seluruh dependencies dan menyalin kode sumber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kompilasi berkas, misalnya mengubah TypeScript menjadi JavaScript murni atau membangun keluaran front-end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Runner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citra Node minimal berukuran belasan megabyte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menyalin berkas hasil kompilasi dari tahap sebelumnya beserta pustaka produksi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akhir menjadi jauh lebih kecil dan lebih aman karena tidak memuat kode sumber mentah maupun compiler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Mengabaikan berkas yang tidak diperlukan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Menghindari hak akses root di dalam kontainer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Wajib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pengabaian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sediakan berkas dockerignore di samping Dockerfile Anda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folder dependensi lokal, berkas rahasia, serta folder log dan hasil build lokal tidak ikut disalin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ini menghemat waktu build dan menghindari konflik pustaka antar sistem operasi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Beralih ke pengguna non-root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bawaan Docker menjalankan proses menggunakan pengguna administratif tertinggi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keamanan produksi, beralihlah ke pengguna non-root sebelum menjalankan aplikasi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resmi Node.js telah menyediakan pengguna siap pakai untuk keperluan ini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kontainer aplikasi fullstack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 Multi-Tahap untuk Back-End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Dockerfile di dalam direktori proyek back-end Anda dengan dua tahap terpisah.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BACKEND/DOCKERFILE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==========================================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 Stage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==========================================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node:18-alpine AS builder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==========================================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Production Runner Stage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==========================================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node:18-alpine AS runner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NODE_ENV=production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--only=production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/app/dist ./dist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/app/prisma ./prisma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Berpindah ke user non-root demi keamanan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656" dirty="0"/>
          </a:p>
          <a:p>
            <a:pPr indent="0" marL="0">
              <a:lnSpc>
                <a:spcPts val="852"/>
              </a:lnSpc>
              <a:buNone/>
            </a:pPr>
            <a:r>
              <a:rPr lang="en-US" sz="65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"dist/main.js"]</a:t>
            </a:r>
            <a:endParaRPr lang="en-US" sz="65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 Front-End dan Berkas Pengabaian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FRONTEND/DOCKERFILE — TAHAP RUNNER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node:18-alpine AS runner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NODE_ENV=production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--only=production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Salin folder hasil build dan aset publik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/app/.next ./.next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/app/public ./public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/app/next.config.js ./next.config.js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["npm", "run", "start"]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— DIBUAT DI KEDUA DIREKTORI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.next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npm-debug.log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Orkestrasi Multi-Kontainer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docker-compose.yml di direktori utama proyek untuk menghubungkan seluruh layanan dalam satu jaringan terisolasi.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academic-network: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bridge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postgres_data: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local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postgres:15-alpine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POSTGRES_USER: admin_academic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academic_system_db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postgres_data:/var/lib/postgresql/data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[academic-network]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backend-api: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{ context: ./backend, dockerfile: Dockerfile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 "5000:5000" 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DATABASE_URL: "postgresql://admin_academic:...@database:5432/academic_system_db"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[database]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[academic-network]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frontend-web: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{ context: ./frontend, dockerfile: Dockerfile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 "3000:3000" 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[backend-api]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[academic-network]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konfigurasi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node:18-alpine AS builder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Menggunakan sistem operasi berbasis Alpine yang sangat ringan sebagai citra dasar, dan melabeli tahap pertama agar dapat dirujuk pada tahap berikutnya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--from=builder /app/dist ./dist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 tahap runner hanya folder hasil kompilasi yang disalin, struktur compiler ditinggalkan sepenuhnya sehingga ukuran citra jauh lebih hemat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npm ci --only=production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Memasang pustaka dengan mengacu presisi pada berkas lock, dan menjamin pustaka pengujian, linter, serta compiler tidak ikut terpasang di lingkungan produksi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database pada DATABASE_URL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menyediakan layanan DNS internal, sehingga kontainer back-end cukup memanggil basis data menggunakan nama layanannya, bukan alamat IP statis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Caching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instruksi penyalinan berkas manifest dan pemasangan dependensi disarankan dipisah sebelum penyalinan seluruh kode sumber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bagaimana mekanisme caching layer mengevaluasi perubahan berkas untuk mempercepat pembuatan ulang citra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Keamanan User Non-Root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ancaman keamanan container breakout bila proses aplikasi berjalan sebagai pengguna administratif tertinggi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hal itu mengancam integritas sistem operasi induk bila terjadi celah eksekusi kode jarak jauh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Persistensi Volume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data basis data hilang ketika kontainer dihapus bila volume tidak didefinisikan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perbedaan penyimpanan antara bind mount dan named volume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Orkestrasi RESTful API dan Basis Data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ditugaskan mengontainerisasi aplikasi RESTful API yang telah dibuat pada modul sebelumnya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tersebut terhubung dengan basis data MySQL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Dockerfile multi-tahap, berkas pengabaian, lalu orkestrasikan keduanya dalam satu jaringan internal yang aman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Dockerfile multi-tahap: tahap build memasang dependensi dan menjalankan generator ORM, tahap runner beralih ke pengguna non-root dan hanya menyalin berkas rilis produksi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berkas pengabaian agar folder pengembangan lokal tidak ikut disalin ke dalam citra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berkas orkestrasi yang memuat layanan basis data dengan citra resmi MySQL, variabel penyiapan, dan pemetaan data ke named volume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layanan API ke porta yang sesuai, definisikan variabel koneksi yang mengarah ke nama layanan basis data, serta nyatakan ketergantungan antar layanan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Kontainer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kernel sistem operasi induk sehingga jauh lebih ringan dan lebih cepat dibanding mesin virtual.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builder melakukan kompilasi, tahap runner hanya membawa hasil rilis sehingga citra akhir jauh lebih kecil.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pengabaian mencegah kebocoran berkas lokal, dan pengguna non-root membatasi dampak celah keamanan.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menghubungkan layanan melalui jaringan internal, dengan volume menjaga data tetap bertahan.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Deployment dan Konfigurasi Reverse Proxy Nginx.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15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2026-08-18T06:10:57Z</dcterms:created>
  <dcterms:modified xsi:type="dcterms:W3CDTF">2026-08-18T06:10:57Z</dcterms:modified>
</cp:coreProperties>
</file>