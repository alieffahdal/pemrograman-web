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3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Rekayasa Media Digital dan Dasar-Dasar CSS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posisi modul sebelum tata letak modern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natif HTML5, gambar responsif, cascading, spesifisitas, dan box model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beban media dan metodologi penamaan kelas BEM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galeri pembelajaran interaktif dengan lembar gaya terpisah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spesifisitas dan tugas pemutar media kuliah responsif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Pemahaman box model dan spesifisitas adalah prasyarat mutlak sebelum mempelajari Grid dan Flexbox.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3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modul tata letak modern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Mengintegrasikan media digital interaktif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Menyisipkan audio dan video menggunakan elemen natif HTML5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dukungan cadangan berkas bagi peramban yang tidak mendukung format tertentu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gambar responsif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Mengombinasikan atribut srcset, sizes, dan elemen picture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Memenuhi kebutuhan optimasi performa sekaligus seni tata letak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mekanisme cascading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pewarisan dan aturan urutan gaya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formula spesifisitas pemilih secara presisi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CSS Box Model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dampak content-box dan border-box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dimensi elemen secara prediktif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Fondasi Visual sebelum Tata Letak Rumit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HTML5 yang valid dari Modul 1 dan 2 kini diperkaya media digital yang dioptimalkan kinerjanya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meletakkan fondasi interaksi visual menggunakan Cascading Style Sheets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Penguasaan box model dan spesifisitas menentukan keberhasilan tata letak multi-kolom pada Modul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4: Grid, Flexbox, dan Bootstrap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10: kontrol CSS lanjut dari sisi JavaScript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12: penataan komponen antarmuka modern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media natif HTML5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responsif dan art direction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Cascading, inheritance, dan spesifisitas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Box Model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MEDIA NATIF HTML5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dan Video tanpa Plugin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1404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14040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HTML5, pemutaran media bergantung pada plugin pihak ketiga yang memiliki banyak celah keamanan dan konsumsi daya tinggi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memperkenalkan elemen audio dan video yang berinteraksi langsung dengan rendering engine melalui API media bawaan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26203" y="1207008"/>
            <a:ext cx="38148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kontrol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26203" y="1499616"/>
            <a:ext cx="1602248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81067" y="1499616"/>
            <a:ext cx="149252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56467" y="1499616"/>
            <a:ext cx="2084613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tombol putar, jeda, dan pengatur volume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826203" y="2123237"/>
            <a:ext cx="1602248" cy="532181"/>
          </a:xfrm>
          <a:prstGeom prst="roundRect">
            <a:avLst>
              <a:gd name="adj" fmla="val 859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1067" y="2123237"/>
            <a:ext cx="149252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autoplay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56467" y="2123237"/>
            <a:ext cx="2084613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Memutar media secara otomatis setelah siap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826203" y="2746858"/>
            <a:ext cx="1602248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1067" y="2746858"/>
            <a:ext cx="149252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56467" y="2746858"/>
            <a:ext cx="2084613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Memutar ulang media secara terus menerus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826203" y="3370478"/>
            <a:ext cx="1602248" cy="532181"/>
          </a:xfrm>
          <a:prstGeom prst="roundRect">
            <a:avLst>
              <a:gd name="adj" fmla="val 859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1067" y="3370478"/>
            <a:ext cx="149252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56467" y="3370478"/>
            <a:ext cx="2084613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Menonaktifkan keluaran suara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826203" y="3994099"/>
            <a:ext cx="1602248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1067" y="3994099"/>
            <a:ext cx="1492520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56467" y="3994099"/>
            <a:ext cx="2084613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seberapa banyak data diunduh sebelum diputar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CODECS DAN CONTAINERS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Menyediakan Berkas Sumber Cadangan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perlu fallback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39776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semua peramban mendukung format wadah kontainer media yang sama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 menyertakan beberapa berkas sumber dengan format berbeda di dalam elemen source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mengevaluasi opsi dari atas ke bawah, memutar opsi pertama yang didukung, lalu mengabaikan sisanya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video standar meliputi H.264 pada MP4, VP8 dan VP9 pada WebM, serta AV1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2070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DENGAN DUA SUMBER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63440" y="1426464"/>
            <a:ext cx="397764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499616"/>
            <a:ext cx="375818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 controls poster="sampul.png"&gt;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src="demo.webm" type="video/webm"&gt;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src="demo.mp4" type="video/mp4"&gt;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Browser Anda tidak mendukung pemutaran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video HTML5 natif. Silakan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href="demo.mp4"&gt;unduh berkas ini&lt;/a&gt;.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&lt;/video&gt;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GAMBAR RESPONSIF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Optimasi Performa dan Art Direction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Mengirim gambar resolusi tinggi ke perangkat berlayar kecil memboroskan lebar pita data dan menurunkan performa pemuatan.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srcset dan sizes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saat gambar yang sama disajikan dalam resolusi berbeda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didasarkan kerapatan piksel layar atau lebar jendela bidik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srcset mendaftar berkas beserta ukurannya, misalnya gambar-small.jpg 480w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sizes mendefinisikan kondisi lebar layar tempat gambar dipasang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picture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untuk skenario art direction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gambar yang berbeda secara estetika, misalnya memotong gambar agar fokus pada subjek utama di layar seluler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pula menyajikan format modern seperti WebP atau AVIF bila didukung peramban klien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GAMBAR RESPONSIF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Elemen picture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source diletakkan sebelum elemen img cadangan karena peramban membaca daftar sumber secara berurutan dari atas.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DIRECTION DENGAN PICTURE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2679192"/>
          </a:xfrm>
          <a:prstGeom prst="roundRect">
            <a:avLst>
              <a:gd name="adj" fmla="val 2048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&lt;picture&gt;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Jika lebar layar minimal 800px, tampilkan versi landscape WebP --&gt;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media="(min-width: 800px)"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srcset="hero-large.webp"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type="image/webp"&gt;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Jika layar seluler, tampilkan gambar crop persegi --&gt;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src="hero-fallback.jpg"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alt="Ilustrasi pembelajaran pemrograman web"&gt;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&lt;/picture&gt;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SINTAKSIS CSS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 Satu Aturan Gaya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UMUM RULE SET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397764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375818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property: value;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contoh nyata */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.showcase-card__title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1.5rem;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margin-bottom: 12px;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#1a1a1a;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bagian penyusun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0" y="1499616"/>
            <a:ext cx="39776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memilih elemen HTML yang akan diberi gaya visual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menyatakan aspek visual yang diubah, seperti color, font-size, atau margin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adalah nilai yang diberikan kepada properti tersebut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menggabungkan DOM Tree dan CSSOM Tree menjadi Render Tree yang menentukan elemen mana yang tampil beserta gayanya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CASCADING DAN INHERITANCE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Penyelesaian Konflik Gaya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penyelesaian konflik ketika lebih dari satu deklarasi menargetkan elemen yang sama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pertama: kepentingan melalui penanda important, yang sebaiknya dihindari bila tidak mendesak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kedua: spesifisitas pemilih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ketiga: urutan sumber, aturan terakhir menimpa aturan sebelumnya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anak mewarisi nilai properti tertentu dari elemen induknya secara otomatis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Terutama properti yang berkaitan dengan teks, seperti font-family, color, dan line-height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tata letak seperti margin, padding, border, dan width tidak diwariskan secara otomatis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SPESIFISITAS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Perhitungan Bobot Pemilih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Spesifisitas dihitung dalam empat kategori berurutan: gaya inline, pemilih ID, kelas atau atribut atau kelas semu, dan pemilih elemen.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3931920"/>
              </a:tblGrid>
              <a:tr h="47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Pemilih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spesifisitas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Deskripsi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7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style="..."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(1, 0, 0, 0)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Gaya yang ditulis langsung pada atribut elemen HTML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#header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(0, 1, 0, 0)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Pemilih berdasarkan atribut ID unik elemen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7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.menu, :hover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(0, 0, 1, 0)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Pemilih kelas, pemilih atribut, atau kelas semu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div, p, ::before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(0, 0, 0, 1)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Pemilih tag elemen atau elemen semu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yang lebih kiri selalu mengungguli kategori di kanannya, sehingga (0,1,0,0) lebih kuat daripada (0,0,12,15).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CSS BOX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 Nilai box-sizing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elemen yang dirender dianggap sebagai kotak persegi yang tersusun atas empat lapisan konsentris: content, padding, border, dan margin.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content-box (bawaan)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width dan height hanya mengatur dimensi area content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selebar 300px dengan padding 10px dan border 2px menghasilkan lebar aktual 324px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ini sering merusak kalkulasi tata letak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border-box (direkomendasikan)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width dan height mencakup content, padding, dan border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selebar 300px tetap berukuran 300px di layar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otomatis mengurangi area content untuk menampung padding dan border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beban media digital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penamaan kelas BEM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OPTIMASI MEDIA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Menekan Beban Unduhan Halaman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modern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format WebP atau AVIF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Kompresi hingga tiga puluh persen lebih efisien dibandingkan JPEG dan PNG tanpa menurunkan kualitas visual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atribut loading bernilai lazy pada elemen img dan iframe di luar layar lipat utama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hanya diunduh saat pengguna menggulir mendekatinya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BEM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Penamaan Kelas untuk Proyek Skala Besar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tingkatan penamaan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670609" cy="947928"/>
          </a:xfrm>
          <a:prstGeom prst="roundRect">
            <a:avLst>
              <a:gd name="adj" fmla="val 482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499616"/>
            <a:ext cx="1560881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01545" y="1499616"/>
            <a:ext cx="2179015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yang bermakna mandiri, misalnya card atau button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02920" y="2538984"/>
            <a:ext cx="1670609" cy="947928"/>
          </a:xfrm>
          <a:prstGeom prst="roundRect">
            <a:avLst>
              <a:gd name="adj" fmla="val 482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538984"/>
            <a:ext cx="1560881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01545" y="2538984"/>
            <a:ext cx="2179015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dari blok, ditulis dengan garis bawah ganda seperti card__title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02920" y="3578352"/>
            <a:ext cx="1670609" cy="947928"/>
          </a:xfrm>
          <a:prstGeom prst="roundRect">
            <a:avLst>
              <a:gd name="adj" fmla="val 482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3578352"/>
            <a:ext cx="1560881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01545" y="3578352"/>
            <a:ext cx="2179015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 gaya atau perilaku, ditulis dengan tanda hubung ganda seperti card--featured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663440" y="12070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PADA STYLESHEET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426464"/>
            <a:ext cx="397764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499616"/>
            <a:ext cx="375818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.showcase-card { 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.showcase-card__media { 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.showcase-card__title { 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modifier menaikkan spesifisitas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dari (0,0,1,0) menjadi (0,0,2,0) */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.showcase-card--featured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.showcase-card__title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#0056b3;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galeri pembelajaran interaktif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Global dan Komponen Kartu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style.css di direktori proyek Anda, lalu terapkan reset universal dan komponen kartu berpola BEM.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1. CSS Reset &amp; Global Box-Sizing */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*, *::before, *::after {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box-sizing: border-box;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margin: 0;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0;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font-family: 'Segoe UI', Tahoma, Verdana, sans-serif;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line-height: 1.6;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#333;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background-color: #f4f6f9;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20px;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2. Component: Card (BEM Naming) */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.showcase-card {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background-color: #ffffff;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border-radius: 8px;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border: 1px solid #e1e4e8;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max-width: 600px;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margin: 40px auto;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overflow: hidden;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box-shadow: 0 4px 6px rgba(0, 0, 0, 0.05);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6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 Media Showcase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media-showcase.html di direktori yang sama, lalu hubungkan dengan lembar gaya eksternal.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MEDIA-SHOWCASE.HTML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href="./style.css"&gt;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 class="showcase-card showcase-card--featured"&gt;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&lt;video class="showcase-card__media" controls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poster="../unhas_logo.png"&gt;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&lt;source src="assets/videos/demo.webm" type="video/webm"&gt;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&lt;source src="assets/videos/demo.mp4" type="video/mp4"&gt;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Browser Anda tidak mendukung pemutaran video HTML5 natif.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&lt;/video&gt;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class="showcase-card__content"&gt;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 class="showcase-card__title"&gt;Video Ajar: Client-Side Logic&lt;/h1&gt;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 class="showcase-card__description"&gt;...&lt;/p&gt;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&lt;audio class="showcase-card__audio-player" controls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preload="metadata"&gt;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&lt;source src="assets/audios/penjelasan.ogg" type="audio/ogg"&gt;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&lt;source src="assets/audios/penjelasan.mp3" type="audio/mp3"&gt;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&lt;/audio&gt;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78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60172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6017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4984" y="120700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box-sizing: border-box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64408" y="120700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Pengaturan reset universal memastikan seluruh perhitungan dimensi bersifat prediktif, menghilangkan risiko kerusakan tata letak akibat padding atau border tambahan.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8048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2775204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7752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238048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source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238048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diberi dua opsi format video. Opsi dievaluasi dari atas ke bawah, opsi pertama yang didukung diputar, dan bila keduanya gagal maka teks jangkar unduhan ditampilkan sebagai cadangan.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55396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394868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9486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984" y="355396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featured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64408" y="355396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 gabungan dua kelas bernilai spesifisitas (0,0,2,0) sehingga mengungguli pemilih satu kelas yang hanya bernilai (0,0,1,0), tanpa perlu menggunakan penanda important.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Spesifisitas CSS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nilai spesifisitas dari div.container p.intro, p, div#main-content p, dan .intro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Urutkan aturan yang diterapkan pada elemen paragraf target dari prioritas terendah ke tertinggi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Dampak box-sizing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memiliki width 250px, padding 15px, border 5px, dan margin 20px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lebar aktual pada content-box dan border-box, lalu analisis sisa ruang untuk konten teks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Gambar Responsif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elemen source harus ditempatkan di atas elemen img cadangan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mekanisme interpretasi berurutan yang dilakukan peramban saat membaca struktur tersebut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Pemutar Media Kuliah Responsif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diminta membuat komponen kartu multimedia untuk platform e-learning kampus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harus responsif dan memuat video, audio, serta ilustrasi sampul bergaya art direction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12387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12387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03-tugas-media-dan-css.html dan hubungkan dengan 03-tugas-style.css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reset global menggunakan model border-box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elemen picture dengan minimal dua source berformat WebP yang dibedakan lewat query media lebar layar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Sertakan pemutar video dengan poster pratinjau valid dan minimal dua format video cadangan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Hiasi kartu mengikuti pola BEM dengan margin terpusat, bayangan, sudut melengkung, dan transisi lembut saat hover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Buktikan pemahaman spesifisitas dengan gaya khusus yang menimpa teks deskripsi saat kartu memiliki kelas status tambahan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3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Natif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audio dan video berinteraksi langsung dengan peramban, dengan beberapa berkas sumber sebagai cadangan.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Responsif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srcset dan sizes menangani optimasi performa, elemen picture menangani art direction.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 gaya diselesaikan berdasarkan kepentingan, spesifisitas, lalu urutan sumber penulisan.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border-box membuat perhitungan dimensi elemen menjadi prediktif dan aman bagi tata letak.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Tata Letak Modern dengan Grid, Flexbox, dan Bootstrap.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3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2026-08-18T05:55:12Z</dcterms:created>
  <dcterms:modified xsi:type="dcterms:W3CDTF">2026-08-18T05:55:12Z</dcterms:modified>
</cp:coreProperties>
</file>