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8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Interaktivitas Client-Side Melalui JavaScript Modern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perpindahan fokus ke sisi klien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loop, scope variabel, metode array tingkat tinggi, dan asinkronus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gaya penulisan JavaScript yang lazim di industri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dan penyaringan data jadwal kuliah secara asinkronus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urutan event loop dan tugas pengolahan nilai mahasiswa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asinkronus di modul ini menjadi pondasi manipulasi DOM dan arsitektur berbasis komponen.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8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manipulasi DOM dan React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arsitektur eksekusi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mesin JavaScript dan mekanisme kerja event loop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peran call stack, Web APIs, callback queue, dan microtask queue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ruang lingkup variabel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Menguasai aturan deklarasi var, let, dan const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Mengikuti spesifikasi ECMAScript modern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Memproses data secara deklaratif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Memilih metode array tingkat tinggi yang tepat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map, filter, dan reduce pada struktur data kompleks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alur asinkronus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objek Promise dan penyederhanaan async await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Mengambil data dinamis melalui Fetch API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Memperkaya Antarmuka dari Sisi Klien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pengelolaan data di server dikuasai pada Modul 5 sampai 7, fokus berpindah ke sisi klien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modern diperkenalkan sebagai motor penggerak logika di dalam peramban web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Kemampuan asinkronus dan pemrosesan data menjadi pondasi manipulasi elemen visual dan arsitektur komponen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10: manipulasi DOM dan kontrol CSS lanjut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11: migrasi ke arsitektur berbasis komponen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13: konsumsi endpoint RESTful API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JavaScript engine dan event loop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Sintaksis modern ECMAScript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array tingkat tinggi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dan async await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RUNTIME JAVASCRIPT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Single-Threaded Tetap Responsif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Persoalan dasar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bertipe single-threaded, hanya memiliki satu tumpukan eksekusi dan mengerjakan satu hal pada satu waktu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tetap harus melakukan operasi lambat seperti memuat berkas, memanggil API, atau menyetel timer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itu tidak boleh membekukan antarmuka visual pengguna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Jawabannya adalah arsitektur runtime peramban yang didukung oleh event loop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344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runtime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99616"/>
            <a:ext cx="1670609" cy="688086"/>
          </a:xfrm>
          <a:prstGeom prst="roundRect">
            <a:avLst>
              <a:gd name="adj" fmla="val 664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1499616"/>
            <a:ext cx="1560881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Stack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62065" y="1499616"/>
            <a:ext cx="2179015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Melacak eksekusi fungsi yang didorong lalu dikeluarkan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663440" y="2279142"/>
            <a:ext cx="1670609" cy="688086"/>
          </a:xfrm>
          <a:prstGeom prst="roundRect">
            <a:avLst>
              <a:gd name="adj" fmla="val 664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2279142"/>
            <a:ext cx="1560881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62065" y="2279142"/>
            <a:ext cx="2179015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di luar mesin JS untuk operasi asinkronus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63440" y="3058668"/>
            <a:ext cx="1670609" cy="688086"/>
          </a:xfrm>
          <a:prstGeom prst="roundRect">
            <a:avLst>
              <a:gd name="adj" fmla="val 6645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3058668"/>
            <a:ext cx="1560881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Queue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62065" y="3058668"/>
            <a:ext cx="2179015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callback dari operasi Web APIs yang selesai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663440" y="3838194"/>
            <a:ext cx="1670609" cy="688086"/>
          </a:xfrm>
          <a:prstGeom prst="roundRect">
            <a:avLst>
              <a:gd name="adj" fmla="val 6645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3838194"/>
            <a:ext cx="1560881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62065" y="3838194"/>
            <a:ext cx="2179015" cy="688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berprioritas tinggi untuk hasil resolusi Promise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EVENT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Urutan Pengambilan Tugas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536192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Pengawasan konstan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 terus memantau keadaan call stack tanpa henti selama halaman aktif.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49424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578608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249424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Kosongkan microtask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249424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call stack kosong, seluruh antrean microtask dikosongkan lebih dahulu karena berprioritas lebih tinggi.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6210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621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291840"/>
            <a:ext cx="21945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callback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291840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microtask habis, barulah tugas pertama dari callback queue diambil dan didorong ke call stack untuk dieksekusi.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Inilah sebabnya callback Promise selalu tercetak lebih dahulu dibanding callback setTimeout, meski tundaannya nol milidetik.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SCOPE VARIABEL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dibandingkan let dan const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— Function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850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Cakupannya adalah fungsi pembungkus terdekat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dideklarasikan di luar fungsi, menjadi properti objek global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Mengalami hoisting dengan nilai bawaan undefined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dideklarasikan ulang secara bebas sehingga berisiko memicu bug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207008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dan const — Block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9744" y="1627632"/>
            <a:ext cx="36850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Cakupannya dibatasi oleh kurung kurawal terdekat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dapat dideklarasikan ulang pada cakupan yang sama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Mematuhi aturan Temporal Dead Zone sehingga tidak dapat diakses sebelum baris deklarasinya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let dapat diubah kembali, sedangkan const bersifat tetap setelah inisialisasi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tipe data referensi, isi objek atau array yang dideklarasikan const tetap dapat diubah, hanya referensinya yang terkunci.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ARROW FUNCTIONS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Perbedaan Pengikatan Kata Kunci this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 menyediakan sintaksis penulisan yang lebih ringkas, namun perbedaan mendasarnya terletak di balik layar.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Function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this bersifat dinamis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Nilainya bergantung pada cara fungsi tersebut dipanggil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menunjuk objek pemanggil, atau menunjuk objek global bila dipanggil secara bebas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this bersifat leksikal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Nilainya diwarisi dari cakupan pembungkus luar tempat fungsi didefinisikan secara statis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berubah meskipun cara pemanggilannya berbeda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HIGH-ORDER METHODS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Metode Array yang Paling Sering Dipakai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ini menerima fungsi lain sebagai argumen untuk memproses elemen array secara fungsional dan deklaratif.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2602992" cy="1341120"/>
          </a:xfrm>
          <a:prstGeom prst="roundRect">
            <a:avLst>
              <a:gd name="adj" fmla="val 40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62763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1947672"/>
            <a:ext cx="2310384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array baru berisi elemen yang lolos pengujian kondisi di dalam fungsi callback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70504" y="1527048"/>
            <a:ext cx="2602992" cy="1341120"/>
          </a:xfrm>
          <a:prstGeom prst="roundRect">
            <a:avLst>
              <a:gd name="adj" fmla="val 4091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6808" y="162763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16808" y="1947672"/>
            <a:ext cx="2310384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array baru berisi hasil transformasi setiap elemen array asli setelah diproses callback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8088" y="1527048"/>
            <a:ext cx="2602992" cy="1341120"/>
          </a:xfrm>
          <a:prstGeom prst="roundRect">
            <a:avLst>
              <a:gd name="adj" fmla="val 4091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4392" y="162763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84392" y="1947672"/>
            <a:ext cx="2310384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Mengakumulasikan seluruh elemen array menjadi satu nilai tunggal berdasarkan logika kalkulasi callback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ASINKRONUS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 dan Async Await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keadaan Promise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99616"/>
            <a:ext cx="1670609" cy="947928"/>
          </a:xfrm>
          <a:prstGeom prst="roundRect">
            <a:avLst>
              <a:gd name="adj" fmla="val 482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499616"/>
            <a:ext cx="1560881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01545" y="1499616"/>
            <a:ext cx="2179015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masih berjalan dan hasilnya belum tersedia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502920" y="2538984"/>
            <a:ext cx="1670609" cy="947928"/>
          </a:xfrm>
          <a:prstGeom prst="roundRect">
            <a:avLst>
              <a:gd name="adj" fmla="val 482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538984"/>
            <a:ext cx="1560881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01545" y="2538984"/>
            <a:ext cx="2179015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sukses dan mengembalikan hasil melalui then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02920" y="3578352"/>
            <a:ext cx="1670609" cy="947928"/>
          </a:xfrm>
          <a:prstGeom prst="roundRect">
            <a:avLst>
              <a:gd name="adj" fmla="val 482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3578352"/>
            <a:ext cx="1560881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1545" y="3578352"/>
            <a:ext cx="2179015" cy="947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gagal dan mengembalikan alasan error melalui catch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66344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dan await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Abstraksi sintaksis di atas Promise agar kode asinkronus terlihat dan berperilaku mirip kode sinkronus yang berurutan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bertanda async secara otomatis mengembalikan sebuah Promise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 kunci await menghentikan eksekusi sementara sampai Promise yang ditunggu selesai diselesaikan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gaya penulisan JavaScript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yang menghindarkan bug tersembunyi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STYLE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Kebiasaan Wajib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Utamakan const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const untuk semua deklarasi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let hanya bila nilai memang perlu diubah kembali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penggunaan var sepenuhnya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pembanding ketat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pembanding longgar yang melakukan konversi tipe implisit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implisit menghasilkan logika ambigu, misalnya nilai false dianggap sama dengan angka nol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destructuring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 nilai properti objek atau elemen array ke variabel dengan sintaksis ringkas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penulisannya adalah const { name, email } = user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Pengambilan data jadwal kuliah secara asinkronus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Tiruan dan Fungsi Pengambil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berkas schedule.json, lalu buat fungsi asinkronus yang memuatnya dengan penanganan kesalahan yang aman.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FETCHSCHEDULEDATA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strict";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fetchScheduleData = async (url) =&gt; {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response = await fetch(url);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fetch tidak menolak Promise pada status 404 atau 500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(!response.ok) {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Error(`Gagal memuat data: Status HTTP ${response.status}`);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data = await response.json();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data;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(error) {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console.error("Kesalahan pada fetchScheduleData:", error.message);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 error;   // teruskan ke fungsi pemanggil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46" dirty="0"/>
          </a:p>
          <a:p>
            <a:pPr indent="0" marL="0">
              <a:lnSpc>
                <a:spcPts val="1100"/>
              </a:lnSpc>
              <a:buNone/>
            </a:pPr>
            <a:r>
              <a:rPr lang="en-US" sz="846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84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Pemrosesan dengan Metode Array Berantai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PROCESSSCHEDULE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processSchedule = (scheduleList, targetSemester) =&gt; {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saring mata kuliah pada semester target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filtered = scheduleList.filter(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 =&gt; item.semester === targetSemester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transformasi menjadi struktur objek baru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mapped = filtered.map(item =&gt; ({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kode: item.kode,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namaMataKuliah: item.nama.toUpperCase(),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bobotSks: item.sks,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deskripsiSingkat: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`${item.nama} (${item.sks} SKS) diampu oleh ${item.dosen}`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akumulasi total SKS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totalSks = filtered.reduce(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(accumulator, currentItem) =&gt; accumulator + currentItem.sks,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classes: mapped, totalSks };</a:t>
            </a:r>
            <a:endParaRPr lang="en-US" sz="797" dirty="0"/>
          </a:p>
          <a:p>
            <a:pPr indent="0" marL="0">
              <a:lnSpc>
                <a:spcPts val="1036"/>
              </a:lnSpc>
              <a:buNone/>
            </a:pPr>
            <a:r>
              <a:rPr lang="en-US" sz="797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97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Pengendali Alur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46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 — RUNACADEMICAPP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46593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24647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runAcademicApp = async () =&gt;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jsonUrl = "./schedule.json";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rawSchedule = await fetchScheduleData(jsonUrl);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targetSemester = 4;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result = processSchedule(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rawSchedule, targetSemester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console.table(result.classes);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console.log(`Total: ${result.totalSks} SKS`);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(error)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console.log("Aplikasi gagal memproses data.");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runAcademicApp();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51730" y="1207008"/>
            <a:ext cx="348935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8034" y="1307592"/>
            <a:ext cx="3196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mengujinya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98034" y="1627632"/>
            <a:ext cx="319674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index.html sederhana yang memuat skrip melalui elemen script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halaman tersebut lalu periksa console developer tools peramban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penyaringan tampil dalam bentuk tabel beserta total beban SKS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dan await fetch(url)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Menandai fungsi sebagai non-blocking dan menangguhkan baris berikutnya hingga respons jaringan kembali, sehingga peramban tetap responsif merender antarmuka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!response.ok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tidak menolak Promise saat server merespons dengan status kesalahan, sehingga kondisi ini harus dideteksi manual lalu eksepsi dilempar secara eksplisit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filter(item =&gt; ...)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Mengevaluasi kondisi setiap elemen secara deklaratif; elemen yang bernilai benar otomatis disalin ke array baru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reduce((acc, item) =&gt; ..., 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Akumulator dimulai dari nol, lalu setiap iterasi menambahkan nilai elemen berjalan hingga menghasilkan satu nilai akhir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Urutan Event Loop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kode berisi console.log, setTimeout bertundaan nol, resolusi Promise, lalu console.log lagi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urutan keluaran yang tepat dan jelaskan kaitannya dengan callback queue serta microtask queue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Temporal Dead Zone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apa yang dimaksud Temporal Dead Zone pada penulisan let dan const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mengakses variabel sebelum baris deklarasinya menghasilkan ReferenceError, padahal hoisting var memakluminya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2097024"/>
          </a:xfrm>
          <a:prstGeom prst="roundRect">
            <a:avLst>
              <a:gd name="adj" fmla="val 2616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Konteks this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56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objek memiliki metode berbentuk fungsi biasa dan metode berbentuk arrow function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hasil pemanggilan keduanya dan jelaskan perbedaan pengikatan konteks this secara mendalam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Pengolahan Nilai Mahasiswa Asinkronus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skrip pengolahan nilai kelulusan mahasiswa dari berkas API JSON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diambil secara asinkronus, disaring berdasarkan batas kelulusan, ditransformasikan, lalu dihitung rata-ratanya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students_grades.json berisi minimal lima objek mahasiswa dengan atribut nim, nama, nilai angka, dan kelas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grades_processor.js yang memuat logika asinkronus dengan mode ketat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fungsi getGrades menggunakan Fetch API lengkap dengan penanganan kesalahan try catch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fungsi analyzeGrades yang menyaring nilai minimal tujuh puluh, memetakannya menjadi objek berstatus lulus, lalu menghitung rata-rata dengan reduce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daftar mahasiswa lulus dalam format tabel konsol dan cetak rata-rata nilai di bagian bawah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8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peramban menjaga JavaScript tetap non-blocking, dengan microtask selalu diproses sebelum callback biasa.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dan const bercakupan blok serta mematuhi temporal dead zone, menggantikan kebiasaan lama memakai var.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High-Order Methods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map, dan reduce memproses koleksi data secara deklaratif tanpa perulangan manual.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Asinkronus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mewakili hasil di masa mendatang, sementara async await membuat alurnya terbaca berurutan.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 melanjutkan ke manipulasi Document Object Model dan kontrol CSS dari sisi peramban.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8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2026-08-18T05:59:10Z</dcterms:created>
  <dcterms:modified xsi:type="dcterms:W3CDTF">2026-08-18T05:59:10Z</dcterms:modified>
</cp:coreProperties>
</file>