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566928"/>
            <a:ext cx="768096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6420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1938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Website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542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7</a:t>
            </a:r>
            <a:endParaRPr lang="en-US" sz="15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Manipulasi Data Menggunakan SQL dan Manajemen phpMyAdmin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Teknik Informatika, Fakultas Teknik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Hasanuddin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Pembahasan Modul 7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922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922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dan jembatan antara PHP dengan basis data fisik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6347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977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30977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Teoritis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977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Sub-bahasa SQL, operasi JOIN, koneksi PDO, dan SQL injection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402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032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7032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7032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gaya penulisan SQL dan prinsip hak akses terkecil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457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087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3087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087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CRUD mahasiswa yang aman berbasis PHP PDO dan MySQL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45122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1426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91426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91426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keamanan query dan tugas modul buku tamu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yang dikelola secara aman di sisi server akan disajikan secara interaktif oleh JavaScript pada modul berikutnya.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Pendahuluan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Modul 7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terhadap modul JavaScript dan API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CAPAIAN PEMBELAJARAN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Kemampuan Akhir yang Diharapkan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Mengoperasikan phpMyAdmin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tabel, indeks, dan relasi basis data secara efisien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skrip definisi struktur melalui antarmuka grafis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query manipulasi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perintah Data Manipulation Language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operasi Create, Read, Update, dan Delete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klausa JOIN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data dari beberapa tabel relasional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jenis join yang tepat sesuai kebutuhan penyajian 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koneksi aman dari PHP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ekstensi PHP Data Objects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prepared statements untuk mencegah celah SQL injection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RELEVANSI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Menjembatani Mesin PHP dengan Basis 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6286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dalam alur mata kuliah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62869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ternormalisasi hasil Modul 6 kini dimanipulasi secara praktis dari aplikasi web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ini menghubungkan mesin PHP dari Modul 5 dengan basis data fisik melalui bahasa SQL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dinamis yang dikelola aman di server akan dikirim ke klien untuk disajikan interaktif menggunakan JavaScript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14493" y="1207008"/>
            <a:ext cx="3326587" cy="3410712"/>
          </a:xfrm>
          <a:prstGeom prst="roundRect">
            <a:avLst>
              <a:gd name="adj" fmla="val 164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797" y="1307592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ke Modul Lain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60797" y="1627632"/>
            <a:ext cx="303397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sampai 10: penyajian data interaktif di sisi klien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13 dan 14: penyediaan data melalui endpoint API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Teoritis dan Arsitektur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Sub-bahasa SQL: DDL dan DML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penggabungan tabel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Konektivitas basis data melalui PDO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 SQL injection dan prepared statements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SUB-BAHASA SQL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Definition dan Data Manipulation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adalah bahasa deklaratif standar dunia untuk mengelola basis data relasional, terbagi ke dalam beberapa sub-bahasa utama.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 Language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Mendefinisikan atau memodifikasi struktur basis data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untuk membuat tabel baru, mengubah kolom, atau menghapus indeks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 utamanya adalah CREATE, ALTER, dan DROP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Language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974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Memanipulasi data di dalam struktur tabel yang telah didefinisikan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seluruh operasi CRUD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 utamanya adalah SELECT, INSERT, UPDATE, dan DELETE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JOIN 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Menggabungkan Kembali Tabel Ternormalisasi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informasi tersebar di beberapa tabel terpisah, klausa JOIN digunakan untuk menyatukannya kembali saat data dibaca.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852160"/>
              </a:tblGrid>
              <a:tr h="345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Jenis JOIN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 yang dikembalikan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JOIN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 data hanya dikembalikan bila terdapat kecocokan nilai kunci asing antara tabel kiri dan tabel kanan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OUTER JOIN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Seluruh baris tabel kiri dikembalikan beserta baris yang cocok dari tabel kanan; bila tidak cocok, kolom kanan berisi NULL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OUTER JOIN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Kebalikan dari LEFT JOIN, seluruh baris tabel kanan dikembalikan beserta baris yang cocok dari tabel kiri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Pemilihan jenis JOIN menentukan apakah baris tanpa pasangan tetap ditampilkan atau justru hilang dari hasil query.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KONEKTIVITAS PHP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Cara Berinteraksi dengan MySQL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Ekstensi mysql (kuno)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Bersifat prosedural dan tidak aman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Telah dihapus sepenuhnya sejak PHP 7.0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mendukung fitur basis data modern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Ekstensi mysqli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mendukung basis data MySQL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digunakan secara prosedural maupun berorientasi objek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Abstraksi koneksi berorientasi objek yang mendukung berbagai RDBMS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Migrasi antar basis data cukup dengan mengganti string koneksi tanpa merombak query aplikasi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SQL INJECTION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Bagaimana Serangan Ini Terjadi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384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YANG SANGAT RENTAN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4384548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4165092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JANGAN DITIRU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$username = $_POST['username'];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$query = "SELECT * FROM user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WHERE username = '$username'";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jika penyerang mengisi:  ' OR '1'='1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maka query yang terbentuk menjadi: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user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username = '' OR '1'='1'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70348" y="1207008"/>
            <a:ext cx="3570732" cy="3410712"/>
          </a:xfrm>
          <a:prstGeom prst="roundRect">
            <a:avLst>
              <a:gd name="adj" fmla="val 160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6652" y="1307592"/>
            <a:ext cx="3278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Akibatnya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6652" y="1627632"/>
            <a:ext cx="327812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Pernyataan '1'='1' selalu bernilai benar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basis data mengeksekusi query dan mengembalikan seluruh data pengguna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verifikasi otentikasi terlewati sepenuhnya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Penyebabnya adalah penggabungan langsung masukan pengguna ke dalam string query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PREPARED STATEMENTS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Memisahkan Logika Query dari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1536192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536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4984" y="1207008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64408" y="1207008"/>
            <a:ext cx="5212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mengirimkan kerangka query berisi penanda tempat ke server basis data. Server mengompilasi dan mengoptimalkan kerangka tersebut tanpa mengevaluasi data apa pun.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249424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F3F7F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" y="2578608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4984" y="2249424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dan Execute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64408" y="2249424"/>
            <a:ext cx="5212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parameter dikirim secara terpisah. Basis data memperlakukannya murni sebagai data literal, bukan sebagai perintah SQL yang dapat dieksekusi.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" y="362102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4984" y="3291840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64408" y="3291840"/>
            <a:ext cx="5212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Bahkan bila penyerang memasukkan potongan perintah SQL, basis data hanya akan mencari pengguna yang bernama persis seperti teks tersebut.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query telah terkunci sejak tahap kompilasi, sehingga data yang datang kemudian tidak dapat mengubahnya.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 dan Best Practices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gaya penulisan SQL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hak akses terkecil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SQL STYLE GUIDE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Menjaga Keterbacaan dan Kinerja Query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1341120"/>
          </a:xfrm>
          <a:prstGeom prst="roundRect">
            <a:avLst>
              <a:gd name="adj" fmla="val 409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Kapitalisasi kata kunci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kunci bawaan SQL ditulis dengan huruf besar, seperti SELECT, FROM, WHERE, JOIN, dan ORDER BY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1341120"/>
          </a:xfrm>
          <a:prstGeom prst="roundRect">
            <a:avLst>
              <a:gd name="adj" fmla="val 4091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tabel dan kolom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Ditulis menggunakan huruf kecil agar mudah dibedakan dari kata kunci bahasa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1341120"/>
          </a:xfrm>
          <a:prstGeom prst="roundRect">
            <a:avLst>
              <a:gd name="adj" fmla="val 409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Indeksasi kolom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indeks pada kolom yang sering muncul di klausa WHERE atau menjadi kunci penghubung JOIN untuk mempercepat pencarian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LEAST PRIVILEGE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Prinsip Hak Akses Terkecil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3845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yang wajib dipatuhi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38454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pernah menghubungkan aplikasi produksi menggunakan akun administratif tertinggi basis data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pengguna basis data khusus untuk aplikasi tersebut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Berikan hanya hak manipulasi data pada database spesifik aplikasi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Tahan hak untuk mengubah struktur tabel agar dampak kerusakan tetap minimal bila terjadi kebocoran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70348" y="1207008"/>
            <a:ext cx="3570732" cy="3410712"/>
          </a:xfrm>
          <a:prstGeom prst="roundRect">
            <a:avLst>
              <a:gd name="adj" fmla="val 160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6652" y="1307592"/>
            <a:ext cx="3278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 yang diberikan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6652" y="1627632"/>
            <a:ext cx="327812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untuk membaca data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untuk menambah data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untuk memperbarui data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untuk menghapus data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Praktis dan Studi Kasus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CRUD mahasiswa berbasis PDO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Pembahasan baris kode krusial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Persiapan Struktur Database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database bernama akademik_db melalui phpMyAdmin, lalu jalankan skrip definisi struktur berikut.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 DDL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746504"/>
            <a:ext cx="8138160" cy="2871216"/>
          </a:xfrm>
          <a:prstGeom prst="roundRect">
            <a:avLst>
              <a:gd name="adj" fmla="val 191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19656"/>
            <a:ext cx="79187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dosen (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nidn       VARCHAR(10) PRIMARY KEY,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nama_dosen VARCHAR(100) NOT NULL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mahasiswa (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nim        VARCHAR(10) PRIMARY KEY,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nama_mhs   VARCHAR(100) NOT NULL,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alamat_mhs TEXT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mata_kuliah (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kode_mk VARCHAR(10) PRIMARY KEY,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nama_mk VARCHAR(100) NOT NULL,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sks     INT NOT NULL,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nidn    VARCHAR(10),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FOREIGN KEY (nidn) REFERENCES dosen(nidn) ON DELETE SET NULL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krs (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nim           VARCHAR(10),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kode_mk       VARCHAR(10),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tanggal_ambil DATE NOT NULL,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PRIMARY KEY (nim, kode_mk),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FOREIGN KEY (nim) REFERENCES mahasiswa(nim) ON DELETE CASCADE,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FOREIGN KEY (kode_mk) REFERENCES mata_kuliah(kode_mk) ON DELETE CASCADE</a:t>
            </a:r>
            <a:endParaRPr lang="en-US" sz="607" dirty="0"/>
          </a:p>
          <a:p>
            <a:pPr indent="0" marL="0">
              <a:lnSpc>
                <a:spcPts val="789"/>
              </a:lnSpc>
              <a:buNone/>
            </a:pPr>
            <a:r>
              <a:rPr lang="en-US" sz="60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607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Berkas Koneksi Database.php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Bungkus koneksi PDO ke dalam sebuah kelas agar konfigurasi driver terpusat dan dapat digunakan ulang.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DATABASE.PHP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746504"/>
            <a:ext cx="8138160" cy="2871216"/>
          </a:xfrm>
          <a:prstGeom prst="roundRect">
            <a:avLst>
              <a:gd name="adj" fmla="val 191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19656"/>
            <a:ext cx="79187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declare(strict_types=1);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Database {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$host = '127.0.0.1';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$db   = 'akademik_db';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?PDO $pdo    = null;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getConnection(): PDO {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($this-&gt;pdo === null) {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$dsn = "mysql:host={$this-&gt;host};dbname={$this-&gt;db};charset=utf8mb4";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$options = [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PDO::ATTR_ERRMODE            =&gt; PDO::ERRMODE_EXCEPTION,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PDO::ATTR_DEFAULT_FETCH_MODE =&gt; PDO::FETCH_ASSOC,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PDO::ATTR_EMULATE_PREPARES   =&gt; false,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];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try {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$this-&gt;pdo = new PDO($dsn, $this-&gt;user, $this-&gt;pass, $options);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 catch (PDOException $e) {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error_log("Database Connection Error: " . $e-&gt;getMessage());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die("Sistem mengalami kegagalan teknis.");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$this-&gt;pdo;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631" dirty="0"/>
          </a:p>
          <a:p>
            <a:pPr indent="0" marL="0">
              <a:lnSpc>
                <a:spcPts val="820"/>
              </a:lnSpc>
              <a:buNone/>
            </a:pPr>
            <a:r>
              <a:rPr lang="en-US" sz="63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63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JOIN dengan Named Placeholders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daftar-krs.php menampilkan mahasiswa beserta mata kuliah yang diambil, lengkap dengan pencarian dinamis yang aman.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7190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DAFTAR-KRS.PHP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8138160" cy="2679192"/>
          </a:xfrm>
          <a:prstGeom prst="roundRect">
            <a:avLst>
              <a:gd name="adj" fmla="val 2048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011680"/>
            <a:ext cx="7918704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$sql = "SELECT m.nim, m.nama_mhs, mk.nama_mk, mk.sks,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d.nama_dosen, k.tanggal_ambil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FROM krs k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INNER JOIN mahasiswa   m  ON k.nim     = m.nim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INNER JOIN mata_kuliah mk ON k.kode_mk = mk.kode_mk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LEFT  JOIN dosen       d  ON mk.nidn   = d.nidn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WHERE m.nama_mhs LIKE :search OR m.nim = :nim_exact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 BY m.nim ASC";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 = $pdo-&gt;prepare($sql);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$stmt-&gt;execute([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'search'    =&gt; "%{$search}%",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'nim_exact' =&gt; $search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$students = $stmt-&gt;fetchAll();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PEMBAHASAN KODE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Penjelasan Alur dan Logika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394960"/>
              </a:tblGrid>
              <a:tr h="304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 kode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 dalam program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04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PDO::ERRMODE_EXCEPTION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PDO melempar objek eksepsi saat query gagal, sehingga alur sukses dan alur penanganan kesalahan terpisah rapi melalui blok try catch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ATTR_EMULATE_PREPARES =&gt; false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Emulasi dimatikan agar query diserahkan ke driver MySQL secara asli, menjamin struktur query diproses terpisah dari parameter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04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JOIN mahasiswa dan mata_kuliah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Digunakan karena baris di tabel krs wajib memiliki pasangan yang cocok di kedua tabel tersebut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JOIN dosen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Digunakan agar baris KRS tetap tampil meskipun mata kuliah tersebut belum memiliki dosen pengajar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04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prepare() dan :search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Kerangka query dikompilasi lebih dahulu, nilai asli baru diikat saat execute dijalankan, menutup celah SQL injection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dan Tugas Mandiri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konseptual tingkat analisis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praktik pemecahan masalah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PERTANYAAN KONSEPTUAL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Tingkat Tinggi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versus Concatenation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kinerja dan tingkat keamanan kedua teknik eksekusi query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prepared statements dinilai lebih cepat saat query yang sama dieksekusi berulang dalam satu sesi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Dampak SQL Injection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dampak fatalnya bila aplikasi terhubung memakai akun berhak administratif tertinggi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Tindakan destruktif apa saja yang dapat dilakukan peretas terhadap sistem operasi server melalui celah ini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Perbedaan LEFT dan INNER JOIN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A belum mengambil mata kuliah apa pun sehingga tidak memiliki baris di tabel krs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apakah datanya muncul pada INNER JOIN dan pada LEFT JOIN, lalu jelaskan mekanisme kerjanya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TUGAS PRAKTIK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Buku Tamu Berbasis PDO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163824" cy="3410712"/>
          </a:xfrm>
          <a:prstGeom prst="roundRect">
            <a:avLst>
              <a:gd name="adj" fmla="val 1734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tugas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8712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modul buku tamu digital perpustakaan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menyediakan formulir penulisan pesan, menyimpannya ke basis data secara aman, dan menampilkan daftar pesan di halaman yang sama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9624" y="120700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persyaratan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9624" y="1499616"/>
            <a:ext cx="4791456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tabel buku_tamu dengan kolom id, nama, email, pesan, dan tanggal_kirim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kelas GuestBook.php yang menyimpan dan mengambil data melalui koneksi PDO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halaman guestbook.php yang memuat form input dan tabel tampilan data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Terapkan pertahanan ganda: token CSRF, sanitasi keluaran, dan prepared statements pada query INSERT serta SELECT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masukan: nama tidak boleh kosong, format email valid, dan pesan minimal lima karakter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32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MODUL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Modul 7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Sub-Bahasa SQL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mendefinisikan struktur basis data, sedangkan DML memanipulasi isi tabel melalui operasi CRUD.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4036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0340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20340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hanya menampilkan baris yang berpasangan, LEFT JOIN mempertahankan seluruh baris tabel kiri.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91456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Abstraksi berorientasi objek yang mendukung banyak RDBMS sehingga migrasi cukup dengan mengganti string koneksi.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6268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572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62572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mengunci struktur query sejak kompilasi, dan hak akses terkecil membatasi dampak kebocoran.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berikutnya: Interaktivitas Sisi Klien dengan JavaScript Modern.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Website — Modul 7</dc:title>
  <dc:subject>PptxGenJS Presentation</dc:subject>
  <dc:creator>Departemen Teknik Informatika, Universitas Hasanuddin</dc:creator>
  <cp:lastModifiedBy>Departemen Teknik Informatika, Universitas Hasanuddin</cp:lastModifiedBy>
  <cp:revision>1</cp:revision>
  <dcterms:created xsi:type="dcterms:W3CDTF">2026-08-18T05:57:51Z</dcterms:created>
  <dcterms:modified xsi:type="dcterms:W3CDTF">2026-08-18T05:57:51Z</dcterms:modified>
</cp:coreProperties>
</file>