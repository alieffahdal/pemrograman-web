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17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Kolaborasi Tim dan Kontrol Versi Git/GitHub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17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Prasyarat, capaian pembelajaran, dan kedudukan Git sebagai standar industri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terdistribusi, objek internal Git, tiga status, serta branching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dan disiplin penggunaan berkas pengabaian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Inisiasi repositori dan simulasi penyelesaian konflik penggabungan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arsitektur Git dan tugas kolaborasi strategi percabangan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dan GitHub menyatukan seluruh siklus hidup kode program ke dalam satu repositori bersama.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 modul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17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praktik industri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arsitektur kontrol versi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sistem terdistribusi dengan sistem terpusat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representasi internal penyimpanan objek Git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alur kerja lokal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Memanipulasi siklus status berkas dari direktori kerja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Menelusuri perjalanannya melalui staging area hingga repositori lokal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Menyelesaikan konflik penggabungan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Merekayasa dan menyelesaikan konflik secara manual dan terstruktur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penanda konflik pada berkas kolaboratif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kolaborasi tim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strategi percabangan yang lazim di industri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mekanisme forking, branching, pull request, dan code review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PRASYARAT DAN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Menyatukan Seluruh Siklus Hidup Kode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4384548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4091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 modul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40919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telah memahami pembuatan aplikasi web modular pada sisi front-end maupun back-end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siap berkolaborasi dalam satu repositori kode terintegrasi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70348" y="1207008"/>
            <a:ext cx="3570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modul ini penting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70348" y="1499616"/>
            <a:ext cx="357073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industri modern, pengembangan aplikasi web tidak pernah dikerjakan oleh pengembang tunggal secara monolitik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sebagai sistem kontrol versi dan GitHub sebagai platform kolaborasi merupakan standar industri mutlak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Pemahaman ini menyatukan seluruh siklus hidup kode ke dalam repositori bersama, memfasilitasi integrasi berkelanjutan sebelum kode dideploy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Distributed Version Control System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Representasi internal objek Git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status wilayah kerja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branching dan merging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ARSITEKTUR DVCS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Terdistribusi, Bukan Terpusat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mendasar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38454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tidak bergantung pada satu server tunggal untuk menyimpan riwayat proyek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kali pengembang melakukan cloning, seluruh salinan basis data riwayat proyek terunduh utuh ke komputer lokalnya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Pendahulunya bersifat terpusat sehingga riwayat hanya tersimpan pada satu lokasi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0348" y="1207008"/>
            <a:ext cx="3570732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6652" y="1307592"/>
            <a:ext cx="3278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Konsekuensinya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6652" y="1627632"/>
            <a:ext cx="32781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server pusat mengalami kegagalan fisik, repositori lokal dari pengembang mana pun dapat digunakan untuk memulihkan seluruh riwayat komit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data riwayat yang hilang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OBJEK INTERNAL GIT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Objek Utama di Basis Data Git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menyimpan data sebagai kumpulan snapshot, menggunakan struktur graf asiklik terarah dan mengidentifikasi objek melalui fungsi hash kriptografi.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86784" cy="1367028"/>
          </a:xfrm>
          <a:prstGeom prst="roundRect">
            <a:avLst>
              <a:gd name="adj" fmla="val 401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94176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isi konten berkas mentah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memuat data teks atau biner, tanpa nama berkas maupun metadata direktori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54296" y="1719072"/>
            <a:ext cx="3986784" cy="1367028"/>
          </a:xfrm>
          <a:prstGeom prst="roundRect">
            <a:avLst>
              <a:gd name="adj" fmla="val 401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8196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2139696"/>
            <a:ext cx="3694176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350"/>
              </a:spcAft>
              <a:buSzPct val="100000"/>
              <a:buChar char="•"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Mewakili struktur direktori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50"/>
              </a:spcAft>
              <a:buSzPct val="100000"/>
              <a:buChar char="•"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daftar pointer yang menunjuk ke objek blob untuk berkas atau ke objek tree lain untuk subfolder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350"/>
              </a:spcAft>
              <a:buSzPct val="100000"/>
              <a:buChar char="•"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nama berkas beserta hak aksesnya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250692"/>
            <a:ext cx="3986784" cy="1367028"/>
          </a:xfrm>
          <a:prstGeom prst="roundRect">
            <a:avLst>
              <a:gd name="adj" fmla="val 401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335127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" y="3671316"/>
            <a:ext cx="3694176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metadata snapshot proyek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Memuat pointer ke objek tree utama, hash komit sebelumnya, stempel waktu, nama pembuat, dan pesan komit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54296" y="3250692"/>
            <a:ext cx="3986784" cy="1367028"/>
          </a:xfrm>
          <a:prstGeom prst="roundRect">
            <a:avLst>
              <a:gd name="adj" fmla="val 401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35127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671316"/>
            <a:ext cx="3694176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permanen yang merujuk ke sebuah komit tertentu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 digunakan sebagai penanda versi rilis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TIGA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Siklus Hidup Berkas di Wilayah Kerja Lokal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60172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6017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4984" y="120700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64408" y="120700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Direktori fisik tempat Anda memodifikasi berkas proyek secara aktif. Berkas di sini berstatus telah diubah namun belum diamankan, atau berstatus belum terlacak sama sekali.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8048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2775204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7752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" y="238048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64408" y="238048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indeks biner tunggal di dalam folder Git yang mencatat berkas mana saja yang telah disiapkan untuk masuk ke komit berikutnya.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55396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394868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39486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4984" y="355396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Repository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64408" y="355396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penyimpanan basis data Git yang menyimpan seluruh objek komit terkompresi secara permanen. Berkas di sini telah berstatus terkomit.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BRANCHING DAN MERGING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Strategi Penggabungan Cabang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pada Git hanyalah pointer ringan yang bergerak dinamis menunjuk ke salah satu hash komit aktif.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3977640" cy="3090672"/>
          </a:xfrm>
          <a:prstGeom prst="roundRect">
            <a:avLst>
              <a:gd name="adj" fmla="val 177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2763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 Merge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1947672"/>
            <a:ext cx="36850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bila branch target tidak memiliki komit baru setelah cabang dibuat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hanya perlu menggeser pointer branch utama maju ke komit terbaru milik branch fitur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komit penggabungan yang dibuat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527048"/>
            <a:ext cx="3977640" cy="3090672"/>
          </a:xfrm>
          <a:prstGeom prst="roundRect">
            <a:avLst>
              <a:gd name="adj" fmla="val 1775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2763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Merge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1947672"/>
            <a:ext cx="36850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bila kedua branch telah berkembang secara terpisah dan masing-masing memiliki komit baru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mencari leluhur bersama tertua dari kedua cabang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komit penggabungan baru dibuat, lalu pointer branch utama diarahkan ke komit tersebut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 pesan komit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Disiplin penggunaan berkas pengabaian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CONVENTIONAL COMMITS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Penulisan Pesan Komit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memudahkan otomatisasi pencatatan versi rilis, industri menerapkan format tipe, cakupan, lalu deskripsi singkat.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309360"/>
              </a:tblGrid>
              <a:tr h="4645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 digunakan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645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Penambahan fitur baru pada aplikasi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5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Perbaikan kutu atau kesalahan perilaku program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645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Pembaruan dokumentasi proyek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5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Perubahan format penulisan kode tanpa mengubah logika, misalnya spasi dan indentasi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645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Rekayasa ulang struktur kode untuk optimasi tanpa menambah fitur baru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BERKAS PENGABAIAN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Menjaga Berkas Sensitif Tetap di Luar Riwayat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wajib dikecualikan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39776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berkas sensitif berisi kata sandi atau kunci API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temporer hasil proses build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Direktori dependensi lokal yang berukuran sangat besar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2070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DI AKAR PROYEK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63440" y="1426464"/>
            <a:ext cx="397764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499616"/>
            <a:ext cx="375818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Dependensi Node.js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.next/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Berkas konfigurasi rahasia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.env.local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 sistem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Inisiasi repositori lokal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penyelesaian konflik penggabungan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PRAKTIKUM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Inisiasi Repositori dan Manajemen Staging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 mendemonstrasikan inisiasi repositori lokal dan pengiriman berkas ke staging area.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Membuat direktori proyek web baru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web_git_project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web_git_project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Menginisialisasi repositori Git lokal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Membuat berkas HTML sederhana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"&lt;h1&gt;Project Web Kolaboratif&lt;/h1&gt;" &gt; index.html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Memeriksa status repositori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index.html tampil sebagai Untracked files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Memindahkan berkas ke Staging Area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index.html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Melakukan komit pertama</a:t>
            </a:r>
            <a:endParaRPr lang="en-US" sz="863" dirty="0"/>
          </a:p>
          <a:p>
            <a:pPr indent="0" marL="0">
              <a:lnSpc>
                <a:spcPts val="112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"feat(core): initialize landing page HTML"</a:t>
            </a:r>
            <a:endParaRPr lang="en-US" sz="86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Memicu Konflik Penggabungan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pengembang mengubah baris kode yang sama pada berkas konfigurasi di branch berbeda, sehingga konflik tidak terhindarkan.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 DAN 2 — DUA PERUBAHAN TANDINGAN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1147572"/>
          </a:xfrm>
          <a:prstGeom prst="roundRect">
            <a:avLst>
              <a:gd name="adj" fmla="val 478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7918704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Branch fitur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feature/database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"const db_port = 5432;" &gt; config.js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config.js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"feat(config): set database port to PostgreSQL default"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Branch utama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"const db_port = 3306;" &gt; config.js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config.js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"feat(config): set database port to MySQL default"</a:t>
            </a:r>
            <a:endParaRPr lang="en-US" sz="550" dirty="0"/>
          </a:p>
        </p:txBody>
      </p:sp>
      <p:sp>
        <p:nvSpPr>
          <p:cNvPr id="8" name="Text 6"/>
          <p:cNvSpPr/>
          <p:nvPr/>
        </p:nvSpPr>
        <p:spPr>
          <a:xfrm>
            <a:off x="502920" y="32506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 — KONFLIK TERPICU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3470148"/>
            <a:ext cx="8138160" cy="1147572"/>
          </a:xfrm>
          <a:prstGeom prst="roundRect">
            <a:avLst>
              <a:gd name="adj" fmla="val 478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3543300"/>
            <a:ext cx="7918704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0"/>
              </a:lnSpc>
              <a:buNone/>
            </a:pPr>
            <a:r>
              <a:rPr lang="en-US" sz="99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feature/database</a:t>
            </a:r>
            <a:endParaRPr lang="en-US" sz="992" dirty="0"/>
          </a:p>
          <a:p>
            <a:pPr indent="0" marL="0">
              <a:lnSpc>
                <a:spcPts val="1290"/>
              </a:lnSpc>
              <a:buNone/>
            </a:pPr>
            <a:r>
              <a:rPr lang="en-US" sz="99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92" dirty="0"/>
          </a:p>
          <a:p>
            <a:pPr indent="0" marL="0">
              <a:lnSpc>
                <a:spcPts val="1290"/>
              </a:lnSpc>
              <a:buNone/>
            </a:pPr>
            <a:r>
              <a:rPr lang="en-US" sz="99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992" dirty="0"/>
          </a:p>
          <a:p>
            <a:pPr indent="0" marL="0">
              <a:lnSpc>
                <a:spcPts val="1290"/>
              </a:lnSpc>
              <a:buNone/>
            </a:pPr>
            <a:r>
              <a:rPr lang="en-US" sz="99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Auto-merging config.js</a:t>
            </a:r>
            <a:endParaRPr lang="en-US" sz="992" dirty="0"/>
          </a:p>
          <a:p>
            <a:pPr indent="0" marL="0">
              <a:lnSpc>
                <a:spcPts val="1290"/>
              </a:lnSpc>
              <a:buNone/>
            </a:pPr>
            <a:r>
              <a:rPr lang="en-US" sz="99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CONFLICT (content): Merge conflict in config.js</a:t>
            </a:r>
            <a:endParaRPr lang="en-US" sz="992" dirty="0"/>
          </a:p>
          <a:p>
            <a:pPr indent="0" marL="0">
              <a:lnSpc>
                <a:spcPts val="1290"/>
              </a:lnSpc>
              <a:buNone/>
            </a:pPr>
            <a:r>
              <a:rPr lang="en-US" sz="99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Automatic merge failed; fix conflicts and then commit the result.</a:t>
            </a:r>
            <a:endParaRPr lang="en-US" sz="99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Membaca dan Menyelesaikan Konflik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 KONFLIK PADA CONFIG.JS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397764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375818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db_port = 3306;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db_port = 5432;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feature/database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setelah disepakati bersama, sisakan: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db_port = 5432;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membacanya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63440" y="1499616"/>
            <a:ext cx="39776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di antara penanda pembuka dan garis pemisah adalah kode pada branch aktif saat ini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di antara garis pemisah dan penanda penutup adalah kode tandingan dari branch yang akan digabungkan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seluruh baris penanda konflik, lalu tentukan nilai akhir yang disepakati tim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berkas telah selesai dengan memindahkannya ke staging area, kemudian selesaikan komit penggabungan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Menyelesaikan Proses Merge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 — FINALISASI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2798064"/>
          </a:xfrm>
          <a:prstGeom prst="roundRect">
            <a:avLst>
              <a:gd name="adj" fmla="val 196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Tandai berkas konflik telah diselesaikan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config.js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Selesaikan komit penggabungan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"merge: resolve database port conflict, prioritize PostgreSQL"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Periksa riwayat komit dalam bentuk graf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berbentuk graf memperlihatkan titik percabangan dan titik penggabungan secara visual di dalam terminal.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Arsitektur Git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Git diklasifikasikan sebagai sistem terdistribusi dan bukan terpusat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implikasinya terhadap ketersediaan basis data riwayat proyek bila server pusat mengalami kerusakan total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Objek Internal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Git menjamin integritas berkas sehingga isi komit historis tidak dapat diubah diam-diam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Hubungkan jawaban Anda dengan mekanisme hashing kriptografi yang digunakan Git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Merge Conflict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Git tidak dapat menyelesaikan konflik secara otomatis ketika dua branch memodifikasi baris yang sama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intervensi manusia mutlak diperlukan untuk menyelesaikan kondisi tersebut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Kolaborasi Repositori dan Strategi Percabangan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001061" cy="3410712"/>
          </a:xfrm>
          <a:prstGeom prst="roundRect">
            <a:avLst>
              <a:gd name="adj" fmla="val 1828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7084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708453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diminta menyiapkan skema repositori tim yang aman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Simulasikan siklus kolaborasi: membuat branch baru, memproteksi branch utama, mengisolasi berkas kredensial, dan menggabungkan fitur dengan penyelesaian konflik yang terdokumentasi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86861" y="1207008"/>
            <a:ext cx="4954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86861" y="1499616"/>
            <a:ext cx="4954219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repositori lokal baru bernama startup_web_app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pengabaian yang secara ketat mengecualikan berkas rahasia dan direktori dependensi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rahasia tiruan lalu buktikan melalui pemeriksaan status bahwa berkas tersebut benar-benar diabaikan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branch fitur, tulis berkas otentikasi, lalu komit menggunakan format Conventional Commits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 ke branch utama, buat berkas dengan nama sama namun isi berbeda pada baris yang sama, lalu komit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Picu konflik penggabungan, selesaikan secara manual dengan menggabungkan logika kedua kode, lalu komit penyelesaiannya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Tuliskan keluaran riwayat berbentuk graf ke dalam berkas teks sebagai bukti penyelesaian tugas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17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Terdistribusi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kloning membawa seluruh riwayat proyek, sehingga kegagalan server pusat tidak menghilangkan data.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Internal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Blob, tree, commit, dan tag disusun sebagai graf asiklik terarah yang diidentifikasi melalui hash kriptografi.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Status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berpindah dari direktori kerja ke staging area, lalu tersimpan permanen di repositori lokal.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Commits, berkas pengabaian, dan penyelesaian konflik menjaga repositori bersama tetap rapi dan aman.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rangkaian mata kuliah Pemrograman Website.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17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2026-08-18T06:13:19Z</dcterms:created>
  <dcterms:modified xsi:type="dcterms:W3CDTF">2026-08-18T06:13:19Z</dcterms:modified>
</cp:coreProperties>
</file>