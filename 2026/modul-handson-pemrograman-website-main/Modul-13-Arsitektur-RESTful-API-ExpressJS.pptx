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13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RESTful API dengan Node.js dan Express JS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13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pemisahan penuh front-end dengan back-end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REST, arsitektur middleware, Prisma ORM, dan otentikasi JWT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penamaan URI dan kebijakan akses lintas asal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manajemen mahasiswa dengan otentikasi JWT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rantai middleware dan tugas API inventaris buku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Pemahaman rute HTTP, middleware, dan akses basis data melalui ORM akan dilanjutkan ke tingkat arsitektur enterprise.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13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NestJS dan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arsitektur REST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antarmuka pemrograman aplikasi yang terstruktur dan aman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Mengikuti gaya arsitektur Representational State Transfer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server non-blocking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runtime environment Node.js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Memanfaatkan framework Express JS sebagai lapisan perutean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pipa pemrosesan permintaan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Memanfaatkan arsitektur middleware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Mengintegrasikan akses basis data relasional melalui ORM Prisma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otentikasi berbasis token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JSON Web Tokens untuk otentikasi stateless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Membatasi akses lintas asal melalui kebijakan CORS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Memisahkan Front-End dan Back-End Sepenuhnya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aplikasi web modern memisahkan front-end dan back-end secara penuh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memperkenalkan ekosistem JavaScript di sisi backend untuk menyajikan data sebagai layanan API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 HTTP, middleware kontrol, dan akses basis data melalui ORM menjadi fondasi arsitektur enterprise berikutnya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14: arsitektur enterprise dengan NestJS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15: kontainerisasi layanan API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16: publikasi di balik reverse proxy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utama RESTful API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middleware Express JS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akses data melalui Prisma ORM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Otentikasi JSON Web Tokens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PRINSIP REST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 dan Uniform Interface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adalah gaya arsitektur perangkat lunak untuk mendistribusikan layanan hypermedia secara stateless.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3977640" cy="3090672"/>
          </a:xfrm>
          <a:prstGeom prst="roundRect">
            <a:avLst>
              <a:gd name="adj" fmla="val 177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2763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1947672"/>
            <a:ext cx="36850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permintaan dari klien harus memuat seluruh informasi yang diperlukan secara mandiri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tidak menyimpan konteks keadaan sesi klien di dalam memorinya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Konsekuensinya, status login tidak lagi disimpan sebagai sesi server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527048"/>
            <a:ext cx="3977640" cy="3090672"/>
          </a:xfrm>
          <a:prstGeom prst="roundRect">
            <a:avLst>
              <a:gd name="adj" fmla="val 177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2763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Interface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1947672"/>
            <a:ext cx="36850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daya diidentifikasi secara unik melalui URI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mengambil data, POST membuat data baru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dan PATCH memperbarui data yang telah ada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menghapus data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HTTP STATUS CODES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Kode Status yang Wajib Digunakan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harus memberikan respons menggunakan kode status yang sesuai agar klien dapat mengetahui hasil eksekusi secara pasti.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6072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 dan kapan digunakan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 / 201 Created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Operasi berhasil dijalankan; 201 khusus untuk pembuatan sumber daya baru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Bad Request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 data masukan gagal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Unauthorized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Klien belum terautentikasi dan perlu melakukan proses masuk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Forbidden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Klien sudah terautentikasi namun tidak memiliki hak akses atas sumber daya tersebut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Not Found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Sumber daya yang diminta tidak ditemukan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Internal Server 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Terjadi kesalahan logika atau kegagalan tak terduga di sisi server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MIDDLEWARE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Rantai Pemrosesan Permintaan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kerjanya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38454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dibangun di atas konsep middleware, yaitu fungsi yang dijalankan berurutan selama siklus hidup pemrosesan permintaan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middleware memiliki akses ke objek permintaan, objek respons, dan fungsi penunjuk berikutnya dalam rantai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berakhir di fungsi penanganan rute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0348" y="1207008"/>
            <a:ext cx="3570732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6652" y="1307592"/>
            <a:ext cx="3278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Jebakan yang sering terjadi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6652" y="1627632"/>
            <a:ext cx="32781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middleware tidak memanggil fungsi penerus, permintaan akan menggantung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 tersebut tidak pernah diteruskan ke langkah berikutnya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klien akan menunggu hingga batas waktu habis tanpa menerima respons apa pun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PRISMA 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Lapisan Akses Data yang Aman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memakai ORM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39776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kueri SQL mentah secara manual di backend rawan kesalahan sintaksis dan celah SQL injection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Mapping memetakan tabel basis data menjadi objek yang dapat dioperasikan dari kode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Kueri yang dihasilkan otomatis diparameterisasi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komponen utama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99616"/>
            <a:ext cx="1670609" cy="1467612"/>
          </a:xfrm>
          <a:prstGeom prst="roundRect">
            <a:avLst>
              <a:gd name="adj" fmla="val 311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8304" y="1499616"/>
            <a:ext cx="1560881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62065" y="1499616"/>
            <a:ext cx="2179015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konfigurasi yang mendefinisikan koneksi basis data dan pemodelan tabel secara deklaratif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663440" y="3058668"/>
            <a:ext cx="1670609" cy="1467612"/>
          </a:xfrm>
          <a:prstGeom prst="roundRect">
            <a:avLst>
              <a:gd name="adj" fmla="val 311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3058668"/>
            <a:ext cx="1560881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Client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62065" y="3058668"/>
            <a:ext cx="2179015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 yang otomatis menghasilkan fungsi kueri bertipe data ketat berdasarkan skema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JSON WEB TOKENS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Bagian Penyusun Token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REST API bersifat stateless, status login tidak disimpan sebagai sesi server melainkan diwakili oleh token yang dibawa klien.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8138160" cy="893064"/>
          </a:xfrm>
          <a:prstGeom prst="roundRect">
            <a:avLst>
              <a:gd name="adj" fmla="val 6143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202844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20284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4984" y="1719072"/>
            <a:ext cx="219456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1719072"/>
            <a:ext cx="521208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Menyatakan jenis token dan algoritma enkripsi tanda tangan yang digunakan.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721864"/>
            <a:ext cx="8138160" cy="893064"/>
          </a:xfrm>
          <a:prstGeom prst="roundRect">
            <a:avLst>
              <a:gd name="adj" fmla="val 6143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3031236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0312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4984" y="2721864"/>
            <a:ext cx="219456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4408" y="2721864"/>
            <a:ext cx="521208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Memuat data klaim pengguna seperti identitas dan peran. Bagian ini hanya di-encode, bukan dienkripsi, sehingga kata sandi dan data sangat rahasia tidak boleh dimasukkan ke dalamnya.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724656"/>
            <a:ext cx="8138160" cy="893064"/>
          </a:xfrm>
          <a:prstGeom prst="roundRect">
            <a:avLst>
              <a:gd name="adj" fmla="val 6143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" y="4034028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40340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4984" y="3724656"/>
            <a:ext cx="219456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64408" y="3724656"/>
            <a:ext cx="5212080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hashing kombinasi header, payload, dan kunci rahasia server. Tanda tangan inilah yang menjamin isi token tidak dapat dimanipulasi selama perjalanan.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penamaan URI API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Cross-Origin Resource Sharing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PENAMAAN URI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Kata Benda, Bukan Kata Kerja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yang dianjurkan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kata benda jamak untuk menunjuk kumpulan sumber daya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penulisannya adalah /api/v1/students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Andalkan metode HTTP untuk menentukan tindakan, misalnya DELETE /api/v1/students/1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yang dihindari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Menyertakan kata kerja tindakan di dalam URI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yang keliru adalah /api/v1/getStudent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lainnya adalah POST /api/v1/students/delete/1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CORS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Peramban Memblokir Respons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asal yang sama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38454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menerapkan Same-Origin Policy untuk mencegah skrip jahat dari satu situs membaca data sensitif dari situs lain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yang berjalan di satu porta memanggil API yang berjalan di porta berbeda dianggap lintas asal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akan memblokir respons tersebut secara bawaan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0348" y="1207008"/>
            <a:ext cx="3570732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6652" y="1307592"/>
            <a:ext cx="3278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Solusinya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6652" y="1627632"/>
            <a:ext cx="32781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API harus secara eksplisit mengirimkan header keamanan yang mengizinkan asal tertentu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asal yang diizinkan sebaiknya dibatasi seketat mungkin, bukan dibuka untuk semua domain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manajemen mahasiswa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Inisialisasi Skema Prisma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folder prisma lalu definisikan koneksi basis data dan model tabel dalam bahasa deklaratif Prisma.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PRISMA/SCHEMA.PRISMA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datasource db {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 = "postgresql"   // atau "mysql"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url      = env("DATABASE_URL")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 client {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 = "prisma-client-js"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User {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Int    @id @default(autoincrement())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 String @unique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 String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Student {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nim     String @id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nama    String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String @unique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jurusan String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Global dan Verifikasi Token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server.js, aktifkan middleware global, lalu tulis middleware kustom untuk memverifikasi token yang masuk.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2679192"/>
          </a:xfrm>
          <a:prstGeom prst="roundRect">
            <a:avLst>
              <a:gd name="adj" fmla="val 2048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   = express();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prisma = new PrismaClient();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JWT_SECRET = process.env.JWT_SECRET;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Middleware global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app.use(cors({ origin: 'http://localhost:3000' }));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Middleware kustom: validasi JWT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authenticateJWT = (req, res, next) =&gt; {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authHeader = req.headers.authorization;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(authHeader &amp;&amp; authHeader.startsWith('Bearer ')) {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token = authHeader.split(' ')[1];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jwt.verify(token, JWT_SECRET, (err, decodedUser) =&gt; {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(err) {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res.status(403).json({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error: 'Token tidak valid atau kedaluwarsa.' });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req.user = decodedUser;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next();   // teruskan ke handler berikutnya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res.status(401).json({ error: 'Token tidak disediakan.' });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564" dirty="0"/>
          </a:p>
          <a:p>
            <a:pPr indent="0" marL="0">
              <a:lnSpc>
                <a:spcPts val="733"/>
              </a:lnSpc>
              <a:buNone/>
            </a:pPr>
            <a:r>
              <a:rPr lang="en-US" sz="56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56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Rute Publik dan Rute Terproteksi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 — RUTE LOGIN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app.post('/api/v1/auth/login', async (req, res) =&gt; {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username, password } = req.body;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await prisma.user.findUnique({ where: { username } });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(user &amp;&amp; user.password === password) {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token = jwt.sign(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 id: user.id, username: user.username },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JWT_SECRET, { expiresIn: '1h' }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res.json({ message: 'Login berhasil.', token });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res.status(400).json({ error: 'Kombinasi akun salah.' });</a:t>
            </a:r>
            <a:endParaRPr lang="en-US" sz="577" dirty="0"/>
          </a:p>
          <a:p>
            <a:pPr indent="0" marL="0">
              <a:lnSpc>
                <a:spcPts val="750"/>
              </a:lnSpc>
              <a:buNone/>
            </a:pPr>
            <a:r>
              <a:rPr lang="en-US" sz="57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577" dirty="0"/>
          </a:p>
        </p:txBody>
      </p:sp>
      <p:sp>
        <p:nvSpPr>
          <p:cNvPr id="7" name="Text 5"/>
          <p:cNvSpPr/>
          <p:nvPr/>
        </p:nvSpPr>
        <p:spPr>
          <a:xfrm>
            <a:off x="502920" y="29946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 — RUTE DATA MAHASISWA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3214116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3287268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app.get('/api/v1/students', authenticateJWT, async (req, res) =&gt;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students = await prisma.student.findMany();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res.json({ data: students });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app.post('/api/v1/students', authenticateJWT, async (req, res) =&gt;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nim, nama, email, jurusan } = req.body;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(!nim || !nama || !email || !jurusan)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res.status(400).json({ error: 'Kolom wajib dilengkapi.' });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newStudent = await prisma.student.create({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data: { nim, nama, email, jurusan } });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res.status(201).json({ data: newStudent });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</a:tblGrid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app.use(express.json())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Memotong aliran data mentah dari badan permintaan, mem-parsing format JSON menjadi objek JavaScript, lalu menempelkannya ke properti req.body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jwt.verify(token, JWT_SECRET)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Melakukan decode token, mencocokkan tanda tangannya dengan kunci rahasia, serta mengevaluasi apakah masa berlaku token sudah terlewati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prisma.student.create()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Mendeteksi tipe data parameter secara otomatis dan memutus kueri bila tidak sesuai skema. Kueri diparameterisasi sehingga aman dari SQL injection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authenticateJWT pada definisi rute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 disisipkan di antara URL dan fungsi penanganan, sehingga hanya permintaan bertoken valid yang boleh mengakses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Middleware Chain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alur penyelesaian permintaan bila sebuah middleware memodifikasi objek permintaan namun lupa memanggil fungsi penerus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dampak visualnya pada peramban klien dan status thread memori di server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Keamanan Token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Kerentanan apa yang muncul bila token dihasilkan menggunakan kunci rahasia yang lemah dan mudah ditebak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peretas dapat mengeksploitasinya untuk memanipulasi klaim peran pengguna di dalam payload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ORM dan Raw Queries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penggunaan ORM dinilai lebih meminimalkan risiko SQL injection dibanding menulis kueri manual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di tingkat arsitektur bagaimana ORM memisahkan penafsiran instruksi dari parameter literal data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RESTful API Inventaris Buku Perpustakaan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modul RESTful API untuk mengelola inventaris buku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memiliki rute terproteksi untuk mengambil seluruh buku, menambah buku baru, dan menghapus buku berdasarkan pengenalnya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skema Prisma untuk tabel Book dengan kolom id, judul, penulis, isbn yang unik, dan stok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server Express yang terhubung dengan Prisma Client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middleware validasi bernama validateBookInput yang menguji judul tidak kosong, ISBN tepat tiga belas digit angka, dan stok berupa angka positif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Kembalikan kode status 400 beserta detail kesalahan dalam format JSON bila validasi gagal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rute login penghasil token dan lindungi seluruh rute pengelolaan buku dengan middleware verifikasi token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13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bersifat stateless dengan sumber daya diidentifikasi lewat URI dan tindakan ditentukan oleh metode HTTP.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berantai memproses permintaan secara berurutan sebelum berakhir di penanganan rute.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deklaratif menghasilkan klien bertipe ketat dengan kueri yang otomatis terparameterisasi.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dan CORS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bertanda tangan menggantikan sesi server, sementara CORS mengatur asal mana yang boleh mengakses API.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Pemrograman Back-End dengan NestJS.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13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2026-08-18T06:08:38Z</dcterms:created>
  <dcterms:modified xsi:type="dcterms:W3CDTF">2026-08-18T06:08:38Z</dcterms:modified>
</cp:coreProperties>
</file>